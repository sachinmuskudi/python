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9466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42C7B76F-7A82-FEC9-B212-04CD341BE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63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1007" y="1456944"/>
            <a:ext cx="3712464" cy="3523487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64A71922-13C0-9F4B-2F1A-66A74A9D8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1151" y="2724911"/>
            <a:ext cx="2834640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30A4285C-08FC-258E-8029-0EF76B3A8F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"/>
            <a:ext cx="9144000" cy="643128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340764FC-6345-B57C-EE02-6ED18E4F61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0128" y="3017520"/>
            <a:ext cx="2840736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032630F3-8383-3F6E-DADA-70F636B0FC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56564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4F3A4446-D437-174A-9E07-6B05860A26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05332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D5B7FCC1-2E6F-FAAE-A007-FC22C651FD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0" y="3115055"/>
            <a:ext cx="3035808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3F5D99A0-0049-E64E-2C00-7B9EDEB440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605332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1ABE2324-AA90-A9FE-D49A-14139E902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64434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EAA4F35F-EBAF-1A12-E3BF-D13616A601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680"/>
            <a:ext cx="9144000" cy="615086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359A4231-EA7A-D4A7-69CC-2E6447D03D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6448"/>
            <a:ext cx="9144000" cy="62910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F10DB58E-D1E3-495E-B4F1-B59EEBD99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8255" y="3115055"/>
            <a:ext cx="5273040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31FBAC4A-833E-D368-CEE0-C376426507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76681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6A1C51B4-12F6-C884-8251-0B10DFC966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"/>
            <a:ext cx="9144000" cy="6644639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C0043677-2EEE-241B-3F21-A6F12E1D0D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"/>
            <a:ext cx="9144000" cy="654100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D78601FD-60F1-1717-D142-953C1FEF94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"/>
            <a:ext cx="9144000" cy="6156959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19B8EC61-3CF7-2F67-4419-E9E9570B45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"/>
            <a:ext cx="9144000" cy="6449567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E016BBFB-1C59-FEC9-0B99-2AA5E007A3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"/>
            <a:ext cx="9144000" cy="6644639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54E8D45C-6B69-B023-B451-F3C08DCC47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"/>
            <a:ext cx="9144000" cy="654710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941A8D49-1326-181A-263E-0D085348A3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"/>
            <a:ext cx="9144000" cy="6449567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C63D4288-DAF2-A232-A07C-BECEBD48AF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058148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thank you text with stars&#10;&#10;Description automatically generated">
            <a:extLst>
              <a:ext uri="{FF2B5EF4-FFF2-40B4-BE49-F238E27FC236}">
                <a16:creationId xmlns:a16="http://schemas.microsoft.com/office/drawing/2014/main" id="{998AE1CE-4498-31DE-36E8-64196BB467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0" r="731" b="-1"/>
          <a:stretch/>
        </p:blipFill>
        <p:spPr>
          <a:xfrm>
            <a:off x="20" y="1"/>
            <a:ext cx="10058379" cy="687739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51" y="5699759"/>
            <a:ext cx="10088204" cy="2072641"/>
            <a:chOff x="-305" y="2987478"/>
            <a:chExt cx="12188952" cy="18288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9391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Custom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PDF.js viewer</dc:title>
  <dc:creator>korla</dc:creator>
  <cp:lastModifiedBy>kamal korlakunta</cp:lastModifiedBy>
  <cp:revision>1</cp:revision>
  <dcterms:created xsi:type="dcterms:W3CDTF">2023-10-02T14:20:45Z</dcterms:created>
  <dcterms:modified xsi:type="dcterms:W3CDTF">2023-10-02T14:24:17Z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2023-10-02T00:00:00Z</vt:filetime>
  </property>
  <property fmtid="{D5CDD505-2E9C-101B-9397-08002B2CF9AE}" pid="3" name="LastSaved">
    <vt:filetime>2023-10-02T00:00:00Z</vt:filetime>
  </property>
</Properties>
</file>