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C311542A-021D-71B9-FF59-64840833F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376" y="1456944"/>
            <a:ext cx="3913631" cy="3523487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4A71922-13C0-9F4B-2F1A-66A74A9D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448" y="2724911"/>
            <a:ext cx="3425952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06F0495-75A9-5017-E79A-2A68A69CE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1688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7F5D6E78-B76E-F926-5E33-463BC88652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128" y="3017520"/>
            <a:ext cx="2938272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80723CD-F4E2-5B93-F31B-BF1FB6722A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6564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725776B-590E-209D-47FD-D8D0C2826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079" y="3115055"/>
            <a:ext cx="3224784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BE2F5B1F-CC81-22A1-D5F0-5F80362C6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49224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D5F31C5-663B-F32C-ACC9-70E3D235F1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66902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F8C5ECE0-69C2-E035-4CD0-175D2AB9B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20" y="3115055"/>
            <a:ext cx="5370576" cy="493775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ADF76884-D088-CAD4-2E63-664205477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15696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DA2BDF8-6A0E-65A8-8245-28D7530AE2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05942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84E4021-71FD-3595-7E95-DEB7C3AF4D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37641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6F50609-AC66-B934-0383-CCC8C31A82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25449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750A275-9D04-7BF9-19C3-F308167860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76681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91B9924-136C-2482-F25C-7B943500DA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15086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B60689D-D0C3-CF5B-DBC7-63DA077B35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35203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C572E9D-EF19-8E5D-5CCF-EC6E857980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35203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9DE07A87-0ADF-E4A6-05AB-9D77624C82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25449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7FE90B77-2AFD-1861-9A54-23CC2EE3AB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47420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1720A7A6-5386-2BFD-39F0-32A600731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47420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C721AD6-4A7B-0266-9FE6-10BB2881F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E485DD-0C12-45BC-A361-28152A03B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2970" y="0"/>
            <a:ext cx="2039948" cy="7772400"/>
          </a:xfrm>
          <a:custGeom>
            <a:avLst/>
            <a:gdLst>
              <a:gd name="connsiteX0" fmla="*/ 1056708 w 2472664"/>
              <a:gd name="connsiteY0" fmla="*/ 0 h 6858000"/>
              <a:gd name="connsiteX1" fmla="*/ 2472664 w 2472664"/>
              <a:gd name="connsiteY1" fmla="*/ 0 h 6858000"/>
              <a:gd name="connsiteX2" fmla="*/ 2400427 w 2472664"/>
              <a:gd name="connsiteY2" fmla="*/ 75768 h 6858000"/>
              <a:gd name="connsiteX3" fmla="*/ 1104861 w 2472664"/>
              <a:gd name="connsiteY3" fmla="*/ 3429000 h 6858000"/>
              <a:gd name="connsiteX4" fmla="*/ 2400427 w 2472664"/>
              <a:gd name="connsiteY4" fmla="*/ 6782233 h 6858000"/>
              <a:gd name="connsiteX5" fmla="*/ 2472664 w 2472664"/>
              <a:gd name="connsiteY5" fmla="*/ 6858000 h 6858000"/>
              <a:gd name="connsiteX6" fmla="*/ 1056708 w 2472664"/>
              <a:gd name="connsiteY6" fmla="*/ 6858000 h 6858000"/>
              <a:gd name="connsiteX7" fmla="*/ 1040416 w 2472664"/>
              <a:gd name="connsiteY7" fmla="*/ 6835090 h 6858000"/>
              <a:gd name="connsiteX8" fmla="*/ 0 w 2472664"/>
              <a:gd name="connsiteY8" fmla="*/ 3429000 h 6858000"/>
              <a:gd name="connsiteX9" fmla="*/ 1040416 w 2472664"/>
              <a:gd name="connsiteY9" fmla="*/ 229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2664" h="6858000">
                <a:moveTo>
                  <a:pt x="1056708" y="0"/>
                </a:moveTo>
                <a:lnTo>
                  <a:pt x="2472664" y="0"/>
                </a:lnTo>
                <a:lnTo>
                  <a:pt x="2400427" y="75768"/>
                </a:lnTo>
                <a:cubicBezTo>
                  <a:pt x="1595469" y="961418"/>
                  <a:pt x="1104861" y="2137915"/>
                  <a:pt x="1104861" y="3429000"/>
                </a:cubicBezTo>
                <a:cubicBezTo>
                  <a:pt x="1104861" y="4720086"/>
                  <a:pt x="1595469" y="5896583"/>
                  <a:pt x="2400427" y="6782233"/>
                </a:cubicBezTo>
                <a:lnTo>
                  <a:pt x="2472664" y="6858000"/>
                </a:lnTo>
                <a:lnTo>
                  <a:pt x="1056708" y="6858000"/>
                </a:lnTo>
                <a:lnTo>
                  <a:pt x="1040416" y="6835090"/>
                </a:lnTo>
                <a:cubicBezTo>
                  <a:pt x="383551" y="5862802"/>
                  <a:pt x="0" y="4690693"/>
                  <a:pt x="0" y="3429000"/>
                </a:cubicBezTo>
                <a:cubicBezTo>
                  <a:pt x="0" y="2167308"/>
                  <a:pt x="383551" y="995199"/>
                  <a:pt x="1040416" y="2291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thank you text with stars&#10;&#10;Description automatically generated">
            <a:extLst>
              <a:ext uri="{FF2B5EF4-FFF2-40B4-BE49-F238E27FC236}">
                <a16:creationId xmlns:a16="http://schemas.microsoft.com/office/drawing/2014/main" id="{23700E6E-F7EA-754F-ED0C-0F253EBC1B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661" y="2466482"/>
            <a:ext cx="5382816" cy="283943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30006" y="2258578"/>
            <a:ext cx="1228394" cy="3255243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31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Custom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PDF.js viewer</dc:title>
  <dc:creator>korla</dc:creator>
  <cp:lastModifiedBy>kamal korlakunta</cp:lastModifiedBy>
  <cp:revision>1</cp:revision>
  <dcterms:created xsi:type="dcterms:W3CDTF">2023-10-02T13:53:08Z</dcterms:created>
  <dcterms:modified xsi:type="dcterms:W3CDTF">2023-10-02T14:13:53Z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2023-10-02T00:00:00Z</vt:filetime>
  </property>
  <property fmtid="{D5CDD505-2E9C-101B-9397-08002B2CF9AE}" pid="3" name="LastSaved">
    <vt:filetime>2023-10-02T00:00:00Z</vt:filetime>
  </property>
</Properties>
</file>