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84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AC3F7C6B-7B4A-1BDA-7A73-8424A698C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58"/>
            <a:ext cx="100584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03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6944" y="1456944"/>
            <a:ext cx="6352032" cy="3523487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64A71922-13C0-9F4B-2F1A-66A74A9D86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39" y="3017520"/>
            <a:ext cx="4206240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85E04D4C-51BD-F340-4186-8A706E8617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90702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D3A6D98-6CB6-724F-7AB5-26E0330DFE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503" y="3017520"/>
            <a:ext cx="6443472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711C5240-9F7D-4B21-3716-001D4EBC13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66318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BC8EC487-847D-7383-4E65-E19BE196A7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57174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29B1962C-0C96-2D57-A096-3CA159B4B5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76681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088E4EEA-79E1-F6FB-91B0-9AF6D94E37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05942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003D0248-7640-221E-01A1-1B06E2DB2E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15696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A89A7827-BD1C-61E5-3E53-55DC06806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160" y="3017520"/>
            <a:ext cx="5181600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D568E970-91E5-AB4D-F362-BA2DB4E198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610209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098A45D7-C087-76FB-5AD8-5952C34B65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6449568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CB15D7B4-426D-83FC-23DB-529C2B460C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5669280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319C6E2F-7107-1E4B-D08A-31055BE5C0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635203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2AA2D428-C9CF-FA75-0372-A97E1C048E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4623" y="3017520"/>
            <a:ext cx="5279135" cy="49987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F15D9108-864D-A586-295C-69EF1E516D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9144000" cy="5955792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ADAC910C-079C-4A3E-6761-26984703FC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6150864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47EC4B38-09E9-D580-E067-398CDCD2CC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8976"/>
            <a:ext cx="9144000" cy="4791456"/>
          </a:xfrm>
          <a:prstGeom prst="rect">
            <a:avLst/>
          </a:prstGeom>
        </p:spPr>
      </p:pic>
      <p:pic>
        <p:nvPicPr>
          <p:cNvPr id="3" name="Picture 2" descr="A black and red text&#10;&#10;Description automatically generated">
            <a:extLst>
              <a:ext uri="{FF2B5EF4-FFF2-40B4-BE49-F238E27FC236}">
                <a16:creationId xmlns:a16="http://schemas.microsoft.com/office/drawing/2014/main" id="{FBDC2583-EB6E-8644-FF97-9BF72A8BDA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52" y="7148456"/>
            <a:ext cx="3340248" cy="6239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C3862298-AF85-4572-BED3-52E573EB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3E485DD-0C12-45BC-A361-28152A03B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2970" y="0"/>
            <a:ext cx="2039948" cy="7772400"/>
          </a:xfrm>
          <a:custGeom>
            <a:avLst/>
            <a:gdLst>
              <a:gd name="connsiteX0" fmla="*/ 1056708 w 2472664"/>
              <a:gd name="connsiteY0" fmla="*/ 0 h 6858000"/>
              <a:gd name="connsiteX1" fmla="*/ 2472664 w 2472664"/>
              <a:gd name="connsiteY1" fmla="*/ 0 h 6858000"/>
              <a:gd name="connsiteX2" fmla="*/ 2400427 w 2472664"/>
              <a:gd name="connsiteY2" fmla="*/ 75768 h 6858000"/>
              <a:gd name="connsiteX3" fmla="*/ 1104861 w 2472664"/>
              <a:gd name="connsiteY3" fmla="*/ 3429000 h 6858000"/>
              <a:gd name="connsiteX4" fmla="*/ 2400427 w 2472664"/>
              <a:gd name="connsiteY4" fmla="*/ 6782233 h 6858000"/>
              <a:gd name="connsiteX5" fmla="*/ 2472664 w 2472664"/>
              <a:gd name="connsiteY5" fmla="*/ 6858000 h 6858000"/>
              <a:gd name="connsiteX6" fmla="*/ 1056708 w 2472664"/>
              <a:gd name="connsiteY6" fmla="*/ 6858000 h 6858000"/>
              <a:gd name="connsiteX7" fmla="*/ 1040416 w 2472664"/>
              <a:gd name="connsiteY7" fmla="*/ 6835090 h 6858000"/>
              <a:gd name="connsiteX8" fmla="*/ 0 w 2472664"/>
              <a:gd name="connsiteY8" fmla="*/ 3429000 h 6858000"/>
              <a:gd name="connsiteX9" fmla="*/ 1040416 w 2472664"/>
              <a:gd name="connsiteY9" fmla="*/ 229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2664" h="6858000">
                <a:moveTo>
                  <a:pt x="1056708" y="0"/>
                </a:moveTo>
                <a:lnTo>
                  <a:pt x="2472664" y="0"/>
                </a:lnTo>
                <a:lnTo>
                  <a:pt x="2400427" y="75768"/>
                </a:lnTo>
                <a:cubicBezTo>
                  <a:pt x="1595469" y="961418"/>
                  <a:pt x="1104861" y="2137915"/>
                  <a:pt x="1104861" y="3429000"/>
                </a:cubicBezTo>
                <a:cubicBezTo>
                  <a:pt x="1104861" y="4720086"/>
                  <a:pt x="1595469" y="5896583"/>
                  <a:pt x="2400427" y="6782233"/>
                </a:cubicBezTo>
                <a:lnTo>
                  <a:pt x="2472664" y="6858000"/>
                </a:lnTo>
                <a:lnTo>
                  <a:pt x="1056708" y="6858000"/>
                </a:lnTo>
                <a:lnTo>
                  <a:pt x="1040416" y="6835090"/>
                </a:lnTo>
                <a:cubicBezTo>
                  <a:pt x="383551" y="5862802"/>
                  <a:pt x="0" y="4690693"/>
                  <a:pt x="0" y="3429000"/>
                </a:cubicBezTo>
                <a:cubicBezTo>
                  <a:pt x="0" y="2167308"/>
                  <a:pt x="383551" y="995199"/>
                  <a:pt x="1040416" y="2291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blue and white thank you sign&#10;&#10;Description automatically generated">
            <a:extLst>
              <a:ext uri="{FF2B5EF4-FFF2-40B4-BE49-F238E27FC236}">
                <a16:creationId xmlns:a16="http://schemas.microsoft.com/office/drawing/2014/main" id="{6FDF52C9-82C8-5C07-7A82-8CAD1E7652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661" y="2468831"/>
            <a:ext cx="5382816" cy="2834737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6B998F-CA62-4EE6-B7E7-046377D4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30006" y="2258578"/>
            <a:ext cx="1228394" cy="3255243"/>
          </a:xfrm>
          <a:custGeom>
            <a:avLst/>
            <a:gdLst>
              <a:gd name="connsiteX0" fmla="*/ 1436137 w 1488962"/>
              <a:gd name="connsiteY0" fmla="*/ 0 h 2872274"/>
              <a:gd name="connsiteX1" fmla="*/ 1488962 w 1488962"/>
              <a:gd name="connsiteY1" fmla="*/ 2668 h 2872274"/>
              <a:gd name="connsiteX2" fmla="*/ 1488962 w 1488962"/>
              <a:gd name="connsiteY2" fmla="*/ 2869607 h 2872274"/>
              <a:gd name="connsiteX3" fmla="*/ 1436137 w 1488962"/>
              <a:gd name="connsiteY3" fmla="*/ 2872274 h 2872274"/>
              <a:gd name="connsiteX4" fmla="*/ 0 w 1488962"/>
              <a:gd name="connsiteY4" fmla="*/ 1436137 h 2872274"/>
              <a:gd name="connsiteX5" fmla="*/ 1436137 w 1488962"/>
              <a:gd name="connsiteY5" fmla="*/ 0 h 287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8962" h="2872274">
                <a:moveTo>
                  <a:pt x="1436137" y="0"/>
                </a:moveTo>
                <a:lnTo>
                  <a:pt x="1488962" y="2668"/>
                </a:lnTo>
                <a:lnTo>
                  <a:pt x="1488962" y="2869607"/>
                </a:lnTo>
                <a:lnTo>
                  <a:pt x="1436137" y="2872274"/>
                </a:lnTo>
                <a:cubicBezTo>
                  <a:pt x="642980" y="2872274"/>
                  <a:pt x="0" y="2229294"/>
                  <a:pt x="0" y="1436137"/>
                </a:cubicBezTo>
                <a:cubicBezTo>
                  <a:pt x="0" y="642980"/>
                  <a:pt x="642980" y="0"/>
                  <a:pt x="1436137" y="0"/>
                </a:cubicBez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83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0</Words>
  <Application>Microsoft Office PowerPoint</Application>
  <PresentationFormat>Custom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PDF.js viewer</dc:title>
  <dc:creator>korla</dc:creator>
  <cp:lastModifiedBy>kamal korlakunta</cp:lastModifiedBy>
  <cp:revision>1</cp:revision>
  <dcterms:created xsi:type="dcterms:W3CDTF">2023-10-02T13:47:32Z</dcterms:created>
  <dcterms:modified xsi:type="dcterms:W3CDTF">2023-10-02T13:51:41Z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2023-10-02T00:00:00Z</vt:filetime>
  </property>
  <property fmtid="{D5CDD505-2E9C-101B-9397-08002B2CF9AE}" pid="3" name="LastSaved">
    <vt:filetime>2023-10-02T00:00:00Z</vt:filetime>
  </property>
</Properties>
</file>