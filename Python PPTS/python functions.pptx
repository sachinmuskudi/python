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27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7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8" r:id="rId2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55" autoAdjust="0"/>
    <p:restoredTop sz="86387" autoAdjust="0"/>
  </p:normalViewPr>
  <p:slideViewPr>
    <p:cSldViewPr>
      <p:cViewPr varScale="1">
        <p:scale>
          <a:sx n="85" d="100"/>
          <a:sy n="85" d="100"/>
        </p:scale>
        <p:origin x="1291" y="4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637E09-35B6-4F25-8DA8-3776913A8405}" type="datetimeFigureOut">
              <a:rPr lang="en-IN" smtClean="0"/>
              <a:t>02-10-2023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7FF180-1253-4FAC-8277-DF521A71F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2237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FF180-1253-4FAC-8277-DF521A71FEF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859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0" i="0">
                <a:solidFill>
                  <a:srgbClr val="56221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9912C2-6A59-F26B-1D87-890C3BC71EDD}"/>
              </a:ext>
            </a:extLst>
          </p:cNvPr>
          <p:cNvSpPr/>
          <p:nvPr userDrawn="1"/>
        </p:nvSpPr>
        <p:spPr>
          <a:xfrm>
            <a:off x="5181600" y="6217666"/>
            <a:ext cx="3962400" cy="640334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0" i="0">
                <a:solidFill>
                  <a:srgbClr val="56221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0" i="0">
                <a:solidFill>
                  <a:srgbClr val="56221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4992" y="225678"/>
            <a:ext cx="8494014" cy="1214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0" i="0">
                <a:solidFill>
                  <a:srgbClr val="56221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80489" y="1417066"/>
            <a:ext cx="7150100" cy="2628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2AF0C4-870A-74E3-92B6-D1CC931E890C}"/>
              </a:ext>
            </a:extLst>
          </p:cNvPr>
          <p:cNvSpPr/>
          <p:nvPr userDrawn="1"/>
        </p:nvSpPr>
        <p:spPr>
          <a:xfrm>
            <a:off x="5181600" y="6217666"/>
            <a:ext cx="3962400" cy="640334"/>
          </a:xfrm>
          <a:prstGeom prst="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jpe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11" Type="http://schemas.openxmlformats.org/officeDocument/2006/relationships/image" Target="../media/image11.jpeg"/><Relationship Id="rId5" Type="http://schemas.openxmlformats.org/officeDocument/2006/relationships/image" Target="../media/image6.png"/><Relationship Id="rId10" Type="http://schemas.openxmlformats.org/officeDocument/2006/relationships/image" Target="../media/image18.png"/><Relationship Id="rId4" Type="http://schemas.openxmlformats.org/officeDocument/2006/relationships/image" Target="../media/image5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4.png"/><Relationship Id="rId7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3" Type="http://schemas.openxmlformats.org/officeDocument/2006/relationships/image" Target="../media/image4.png"/><Relationship Id="rId7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4.png"/><Relationship Id="rId7" Type="http://schemas.openxmlformats.org/officeDocument/2006/relationships/image" Target="../media/image28.png"/><Relationship Id="rId12" Type="http://schemas.openxmlformats.org/officeDocument/2006/relationships/image" Target="../media/image1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11" Type="http://schemas.openxmlformats.org/officeDocument/2006/relationships/image" Target="../media/image32.png"/><Relationship Id="rId5" Type="http://schemas.openxmlformats.org/officeDocument/2006/relationships/image" Target="../media/image6.png"/><Relationship Id="rId10" Type="http://schemas.openxmlformats.org/officeDocument/2006/relationships/image" Target="../media/image31.png"/><Relationship Id="rId4" Type="http://schemas.openxmlformats.org/officeDocument/2006/relationships/image" Target="../media/image5.png"/><Relationship Id="rId9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4.png"/><Relationship Id="rId7" Type="http://schemas.openxmlformats.org/officeDocument/2006/relationships/image" Target="../media/image28.png"/><Relationship Id="rId12" Type="http://schemas.openxmlformats.org/officeDocument/2006/relationships/image" Target="../media/image11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11" Type="http://schemas.openxmlformats.org/officeDocument/2006/relationships/image" Target="../media/image35.png"/><Relationship Id="rId5" Type="http://schemas.openxmlformats.org/officeDocument/2006/relationships/image" Target="../media/image6.png"/><Relationship Id="rId10" Type="http://schemas.openxmlformats.org/officeDocument/2006/relationships/image" Target="../media/image34.png"/><Relationship Id="rId4" Type="http://schemas.openxmlformats.org/officeDocument/2006/relationships/image" Target="../media/image5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4.png"/><Relationship Id="rId7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jpeg"/><Relationship Id="rId4" Type="http://schemas.openxmlformats.org/officeDocument/2006/relationships/image" Target="../media/image5.png"/><Relationship Id="rId9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4.png"/><Relationship Id="rId7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.png"/><Relationship Id="rId7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11" Type="http://schemas.openxmlformats.org/officeDocument/2006/relationships/image" Target="../media/image11.jpeg"/><Relationship Id="rId5" Type="http://schemas.openxmlformats.org/officeDocument/2006/relationships/image" Target="../media/image6.png"/><Relationship Id="rId10" Type="http://schemas.openxmlformats.org/officeDocument/2006/relationships/image" Target="../media/image47.png"/><Relationship Id="rId4" Type="http://schemas.openxmlformats.org/officeDocument/2006/relationships/image" Target="../media/image5.png"/><Relationship Id="rId9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4.png"/><Relationship Id="rId7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4.png"/><Relationship Id="rId7" Type="http://schemas.openxmlformats.org/officeDocument/2006/relationships/image" Target="../media/image5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.png"/><Relationship Id="rId7" Type="http://schemas.openxmlformats.org/officeDocument/2006/relationships/image" Target="../media/image5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4.png"/><Relationship Id="rId7" Type="http://schemas.openxmlformats.org/officeDocument/2006/relationships/image" Target="../media/image51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4.png"/><Relationship Id="rId7" Type="http://schemas.openxmlformats.org/officeDocument/2006/relationships/image" Target="../media/image51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1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4.png"/><Relationship Id="rId7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jpeg"/><Relationship Id="rId4" Type="http://schemas.openxmlformats.org/officeDocument/2006/relationships/image" Target="../media/image5.png"/><Relationship Id="rId9" Type="http://schemas.openxmlformats.org/officeDocument/2006/relationships/image" Target="../media/image5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4.png"/><Relationship Id="rId7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1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4.png"/><Relationship Id="rId7" Type="http://schemas.openxmlformats.org/officeDocument/2006/relationships/image" Target="../media/image64.png"/><Relationship Id="rId12" Type="http://schemas.openxmlformats.org/officeDocument/2006/relationships/image" Target="../media/image11.jpe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11" Type="http://schemas.openxmlformats.org/officeDocument/2006/relationships/image" Target="../media/image68.png"/><Relationship Id="rId5" Type="http://schemas.openxmlformats.org/officeDocument/2006/relationships/image" Target="../media/image6.png"/><Relationship Id="rId10" Type="http://schemas.openxmlformats.org/officeDocument/2006/relationships/image" Target="../media/image67.png"/><Relationship Id="rId4" Type="http://schemas.openxmlformats.org/officeDocument/2006/relationships/image" Target="../media/image5.png"/><Relationship Id="rId9" Type="http://schemas.openxmlformats.org/officeDocument/2006/relationships/image" Target="../media/image6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4.png"/><Relationship Id="rId7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1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4.png"/><Relationship Id="rId7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11" Type="http://schemas.openxmlformats.org/officeDocument/2006/relationships/image" Target="../media/image11.jpeg"/><Relationship Id="rId5" Type="http://schemas.openxmlformats.org/officeDocument/2006/relationships/image" Target="../media/image6.png"/><Relationship Id="rId10" Type="http://schemas.openxmlformats.org/officeDocument/2006/relationships/image" Target="../media/image76.png"/><Relationship Id="rId4" Type="http://schemas.openxmlformats.org/officeDocument/2006/relationships/image" Target="../media/image5.png"/><Relationship Id="rId9" Type="http://schemas.openxmlformats.org/officeDocument/2006/relationships/image" Target="../media/image7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F56FD-F9C2-BCAC-959C-E4FD0230C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30F0E-1D81-7DBA-D02B-3B90354E8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white sign with red and black text&#10;&#10;Description automatically generated">
            <a:extLst>
              <a:ext uri="{FF2B5EF4-FFF2-40B4-BE49-F238E27FC236}">
                <a16:creationId xmlns:a16="http://schemas.microsoft.com/office/drawing/2014/main" id="{F257B8C8-EA7C-187F-0FFF-F4DAFD587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69" y="225677"/>
            <a:ext cx="9019055" cy="672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360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505" y="0"/>
                  </a:lnTo>
                  <a:lnTo>
                    <a:pt x="0" y="819150"/>
                  </a:lnTo>
                  <a:lnTo>
                    <a:pt x="48635" y="817759"/>
                  </a:lnTo>
                  <a:lnTo>
                    <a:pt x="96034" y="813638"/>
                  </a:lnTo>
                  <a:lnTo>
                    <a:pt x="142623" y="806864"/>
                  </a:lnTo>
                  <a:lnTo>
                    <a:pt x="188327" y="797514"/>
                  </a:lnTo>
                  <a:lnTo>
                    <a:pt x="233067" y="785664"/>
                  </a:lnTo>
                  <a:lnTo>
                    <a:pt x="276768" y="771391"/>
                  </a:lnTo>
                  <a:lnTo>
                    <a:pt x="319353" y="754772"/>
                  </a:lnTo>
                  <a:lnTo>
                    <a:pt x="360744" y="735885"/>
                  </a:lnTo>
                  <a:lnTo>
                    <a:pt x="400865" y="714805"/>
                  </a:lnTo>
                  <a:lnTo>
                    <a:pt x="439639" y="691610"/>
                  </a:lnTo>
                  <a:lnTo>
                    <a:pt x="476990" y="666377"/>
                  </a:lnTo>
                  <a:lnTo>
                    <a:pt x="512839" y="639182"/>
                  </a:lnTo>
                  <a:lnTo>
                    <a:pt x="547112" y="610102"/>
                  </a:lnTo>
                  <a:lnTo>
                    <a:pt x="579729" y="579215"/>
                  </a:lnTo>
                  <a:lnTo>
                    <a:pt x="610616" y="546596"/>
                  </a:lnTo>
                  <a:lnTo>
                    <a:pt x="639695" y="512323"/>
                  </a:lnTo>
                  <a:lnTo>
                    <a:pt x="666889" y="476473"/>
                  </a:lnTo>
                  <a:lnTo>
                    <a:pt x="692122" y="439123"/>
                  </a:lnTo>
                  <a:lnTo>
                    <a:pt x="715316" y="400349"/>
                  </a:lnTo>
                  <a:lnTo>
                    <a:pt x="736395" y="360228"/>
                  </a:lnTo>
                  <a:lnTo>
                    <a:pt x="755281" y="318837"/>
                  </a:lnTo>
                  <a:lnTo>
                    <a:pt x="771899" y="276253"/>
                  </a:lnTo>
                  <a:lnTo>
                    <a:pt x="786171" y="232553"/>
                  </a:lnTo>
                  <a:lnTo>
                    <a:pt x="798020" y="187814"/>
                  </a:lnTo>
                  <a:lnTo>
                    <a:pt x="807370" y="142112"/>
                  </a:lnTo>
                  <a:lnTo>
                    <a:pt x="814144" y="95524"/>
                  </a:lnTo>
                  <a:lnTo>
                    <a:pt x="818264" y="48128"/>
                  </a:lnTo>
                  <a:lnTo>
                    <a:pt x="819655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818264" y="48128"/>
                  </a:lnTo>
                  <a:lnTo>
                    <a:pt x="814144" y="95524"/>
                  </a:lnTo>
                  <a:lnTo>
                    <a:pt x="807370" y="142112"/>
                  </a:lnTo>
                  <a:lnTo>
                    <a:pt x="798020" y="187814"/>
                  </a:lnTo>
                  <a:lnTo>
                    <a:pt x="786171" y="232553"/>
                  </a:lnTo>
                  <a:lnTo>
                    <a:pt x="771899" y="276253"/>
                  </a:lnTo>
                  <a:lnTo>
                    <a:pt x="755281" y="318837"/>
                  </a:lnTo>
                  <a:lnTo>
                    <a:pt x="736395" y="360228"/>
                  </a:lnTo>
                  <a:lnTo>
                    <a:pt x="715316" y="400349"/>
                  </a:lnTo>
                  <a:lnTo>
                    <a:pt x="692122" y="439123"/>
                  </a:lnTo>
                  <a:lnTo>
                    <a:pt x="666889" y="476473"/>
                  </a:lnTo>
                  <a:lnTo>
                    <a:pt x="639695" y="512323"/>
                  </a:lnTo>
                  <a:lnTo>
                    <a:pt x="610616" y="546596"/>
                  </a:lnTo>
                  <a:lnTo>
                    <a:pt x="579729" y="579215"/>
                  </a:lnTo>
                  <a:lnTo>
                    <a:pt x="547112" y="610102"/>
                  </a:lnTo>
                  <a:lnTo>
                    <a:pt x="512839" y="639182"/>
                  </a:lnTo>
                  <a:lnTo>
                    <a:pt x="476990" y="666377"/>
                  </a:lnTo>
                  <a:lnTo>
                    <a:pt x="439639" y="691610"/>
                  </a:lnTo>
                  <a:lnTo>
                    <a:pt x="400865" y="714805"/>
                  </a:lnTo>
                  <a:lnTo>
                    <a:pt x="360744" y="735885"/>
                  </a:lnTo>
                  <a:lnTo>
                    <a:pt x="319353" y="754772"/>
                  </a:lnTo>
                  <a:lnTo>
                    <a:pt x="276768" y="771391"/>
                  </a:lnTo>
                  <a:lnTo>
                    <a:pt x="233067" y="785664"/>
                  </a:lnTo>
                  <a:lnTo>
                    <a:pt x="188327" y="797514"/>
                  </a:lnTo>
                  <a:lnTo>
                    <a:pt x="142623" y="806864"/>
                  </a:lnTo>
                  <a:lnTo>
                    <a:pt x="96034" y="813638"/>
                  </a:lnTo>
                  <a:lnTo>
                    <a:pt x="48635" y="817759"/>
                  </a:lnTo>
                  <a:lnTo>
                    <a:pt x="505" y="819150"/>
                  </a:lnTo>
                  <a:lnTo>
                    <a:pt x="336" y="819150"/>
                  </a:lnTo>
                  <a:lnTo>
                    <a:pt x="168" y="819150"/>
                  </a:lnTo>
                  <a:lnTo>
                    <a:pt x="0" y="819150"/>
                  </a:lnTo>
                  <a:lnTo>
                    <a:pt x="505" y="0"/>
                  </a:lnTo>
                  <a:lnTo>
                    <a:pt x="819655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8015" y="6095"/>
              <a:ext cx="1784604" cy="178460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9163" y="21335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10" y="708461"/>
                  </a:lnTo>
                  <a:lnTo>
                    <a:pt x="20983" y="662500"/>
                  </a:lnTo>
                  <a:lnTo>
                    <a:pt x="32487" y="617462"/>
                  </a:lnTo>
                  <a:lnTo>
                    <a:pt x="46350" y="573417"/>
                  </a:lnTo>
                  <a:lnTo>
                    <a:pt x="62501" y="530438"/>
                  </a:lnTo>
                  <a:lnTo>
                    <a:pt x="80868" y="488596"/>
                  </a:lnTo>
                  <a:lnTo>
                    <a:pt x="101378" y="447964"/>
                  </a:lnTo>
                  <a:lnTo>
                    <a:pt x="123961" y="408613"/>
                  </a:lnTo>
                  <a:lnTo>
                    <a:pt x="148543" y="370615"/>
                  </a:lnTo>
                  <a:lnTo>
                    <a:pt x="175055" y="334042"/>
                  </a:lnTo>
                  <a:lnTo>
                    <a:pt x="203422" y="298966"/>
                  </a:lnTo>
                  <a:lnTo>
                    <a:pt x="233574" y="265459"/>
                  </a:lnTo>
                  <a:lnTo>
                    <a:pt x="265439" y="233593"/>
                  </a:lnTo>
                  <a:lnTo>
                    <a:pt x="298945" y="203439"/>
                  </a:lnTo>
                  <a:lnTo>
                    <a:pt x="334020" y="175070"/>
                  </a:lnTo>
                  <a:lnTo>
                    <a:pt x="370593" y="148557"/>
                  </a:lnTo>
                  <a:lnTo>
                    <a:pt x="408590" y="123973"/>
                  </a:lnTo>
                  <a:lnTo>
                    <a:pt x="447941" y="101388"/>
                  </a:lnTo>
                  <a:lnTo>
                    <a:pt x="488574" y="80876"/>
                  </a:lnTo>
                  <a:lnTo>
                    <a:pt x="530417" y="62508"/>
                  </a:lnTo>
                  <a:lnTo>
                    <a:pt x="573397" y="46355"/>
                  </a:lnTo>
                  <a:lnTo>
                    <a:pt x="617444" y="32490"/>
                  </a:lnTo>
                  <a:lnTo>
                    <a:pt x="662485" y="20985"/>
                  </a:lnTo>
                  <a:lnTo>
                    <a:pt x="708448" y="11912"/>
                  </a:lnTo>
                  <a:lnTo>
                    <a:pt x="755262" y="5342"/>
                  </a:lnTo>
                  <a:lnTo>
                    <a:pt x="802854" y="1347"/>
                  </a:lnTo>
                  <a:lnTo>
                    <a:pt x="851154" y="0"/>
                  </a:lnTo>
                  <a:lnTo>
                    <a:pt x="899448" y="1347"/>
                  </a:lnTo>
                  <a:lnTo>
                    <a:pt x="947036" y="5342"/>
                  </a:lnTo>
                  <a:lnTo>
                    <a:pt x="993846" y="11912"/>
                  </a:lnTo>
                  <a:lnTo>
                    <a:pt x="1039807" y="20985"/>
                  </a:lnTo>
                  <a:lnTo>
                    <a:pt x="1084845" y="32490"/>
                  </a:lnTo>
                  <a:lnTo>
                    <a:pt x="1128890" y="46355"/>
                  </a:lnTo>
                  <a:lnTo>
                    <a:pt x="1171869" y="62508"/>
                  </a:lnTo>
                  <a:lnTo>
                    <a:pt x="1213711" y="80876"/>
                  </a:lnTo>
                  <a:lnTo>
                    <a:pt x="1254343" y="101388"/>
                  </a:lnTo>
                  <a:lnTo>
                    <a:pt x="1293694" y="123973"/>
                  </a:lnTo>
                  <a:lnTo>
                    <a:pt x="1331692" y="148557"/>
                  </a:lnTo>
                  <a:lnTo>
                    <a:pt x="1368265" y="175070"/>
                  </a:lnTo>
                  <a:lnTo>
                    <a:pt x="1403341" y="203439"/>
                  </a:lnTo>
                  <a:lnTo>
                    <a:pt x="1436848" y="233593"/>
                  </a:lnTo>
                  <a:lnTo>
                    <a:pt x="1468714" y="265459"/>
                  </a:lnTo>
                  <a:lnTo>
                    <a:pt x="1498868" y="298966"/>
                  </a:lnTo>
                  <a:lnTo>
                    <a:pt x="1527237" y="334042"/>
                  </a:lnTo>
                  <a:lnTo>
                    <a:pt x="1553750" y="370615"/>
                  </a:lnTo>
                  <a:lnTo>
                    <a:pt x="1578334" y="408613"/>
                  </a:lnTo>
                  <a:lnTo>
                    <a:pt x="1600919" y="447964"/>
                  </a:lnTo>
                  <a:lnTo>
                    <a:pt x="1621431" y="488596"/>
                  </a:lnTo>
                  <a:lnTo>
                    <a:pt x="1639799" y="530438"/>
                  </a:lnTo>
                  <a:lnTo>
                    <a:pt x="1655952" y="573417"/>
                  </a:lnTo>
                  <a:lnTo>
                    <a:pt x="1669817" y="617462"/>
                  </a:lnTo>
                  <a:lnTo>
                    <a:pt x="1681322" y="662500"/>
                  </a:lnTo>
                  <a:lnTo>
                    <a:pt x="1690395" y="708461"/>
                  </a:lnTo>
                  <a:lnTo>
                    <a:pt x="1696965" y="755271"/>
                  </a:lnTo>
                  <a:lnTo>
                    <a:pt x="1700960" y="802859"/>
                  </a:lnTo>
                  <a:lnTo>
                    <a:pt x="1702308" y="851154"/>
                  </a:lnTo>
                  <a:lnTo>
                    <a:pt x="1700960" y="899448"/>
                  </a:lnTo>
                  <a:lnTo>
                    <a:pt x="1696965" y="947036"/>
                  </a:lnTo>
                  <a:lnTo>
                    <a:pt x="1690395" y="993846"/>
                  </a:lnTo>
                  <a:lnTo>
                    <a:pt x="1681322" y="1039807"/>
                  </a:lnTo>
                  <a:lnTo>
                    <a:pt x="1669817" y="1084845"/>
                  </a:lnTo>
                  <a:lnTo>
                    <a:pt x="1655952" y="1128890"/>
                  </a:lnTo>
                  <a:lnTo>
                    <a:pt x="1639799" y="1171869"/>
                  </a:lnTo>
                  <a:lnTo>
                    <a:pt x="1621431" y="1213711"/>
                  </a:lnTo>
                  <a:lnTo>
                    <a:pt x="1600919" y="1254343"/>
                  </a:lnTo>
                  <a:lnTo>
                    <a:pt x="1578334" y="1293694"/>
                  </a:lnTo>
                  <a:lnTo>
                    <a:pt x="1553750" y="1331692"/>
                  </a:lnTo>
                  <a:lnTo>
                    <a:pt x="1527237" y="1368265"/>
                  </a:lnTo>
                  <a:lnTo>
                    <a:pt x="1498868" y="1403341"/>
                  </a:lnTo>
                  <a:lnTo>
                    <a:pt x="1468714" y="1436848"/>
                  </a:lnTo>
                  <a:lnTo>
                    <a:pt x="1436848" y="1468714"/>
                  </a:lnTo>
                  <a:lnTo>
                    <a:pt x="1403341" y="1498868"/>
                  </a:lnTo>
                  <a:lnTo>
                    <a:pt x="1368265" y="1527237"/>
                  </a:lnTo>
                  <a:lnTo>
                    <a:pt x="1331692" y="1553750"/>
                  </a:lnTo>
                  <a:lnTo>
                    <a:pt x="1293694" y="1578334"/>
                  </a:lnTo>
                  <a:lnTo>
                    <a:pt x="1254343" y="1600919"/>
                  </a:lnTo>
                  <a:lnTo>
                    <a:pt x="1213711" y="1621431"/>
                  </a:lnTo>
                  <a:lnTo>
                    <a:pt x="1171869" y="1639799"/>
                  </a:lnTo>
                  <a:lnTo>
                    <a:pt x="1128890" y="1655952"/>
                  </a:lnTo>
                  <a:lnTo>
                    <a:pt x="1084845" y="1669817"/>
                  </a:lnTo>
                  <a:lnTo>
                    <a:pt x="1039807" y="1681322"/>
                  </a:lnTo>
                  <a:lnTo>
                    <a:pt x="993846" y="1690395"/>
                  </a:lnTo>
                  <a:lnTo>
                    <a:pt x="947036" y="1696965"/>
                  </a:lnTo>
                  <a:lnTo>
                    <a:pt x="899448" y="1700960"/>
                  </a:lnTo>
                  <a:lnTo>
                    <a:pt x="851154" y="1702308"/>
                  </a:lnTo>
                  <a:lnTo>
                    <a:pt x="802854" y="1700960"/>
                  </a:lnTo>
                  <a:lnTo>
                    <a:pt x="755262" y="1696965"/>
                  </a:lnTo>
                  <a:lnTo>
                    <a:pt x="708448" y="1690395"/>
                  </a:lnTo>
                  <a:lnTo>
                    <a:pt x="662485" y="1681322"/>
                  </a:lnTo>
                  <a:lnTo>
                    <a:pt x="617444" y="1669817"/>
                  </a:lnTo>
                  <a:lnTo>
                    <a:pt x="573397" y="1655952"/>
                  </a:lnTo>
                  <a:lnTo>
                    <a:pt x="530417" y="1639799"/>
                  </a:lnTo>
                  <a:lnTo>
                    <a:pt x="488574" y="1621431"/>
                  </a:lnTo>
                  <a:lnTo>
                    <a:pt x="447941" y="1600919"/>
                  </a:lnTo>
                  <a:lnTo>
                    <a:pt x="408590" y="1578334"/>
                  </a:lnTo>
                  <a:lnTo>
                    <a:pt x="370593" y="1553750"/>
                  </a:lnTo>
                  <a:lnTo>
                    <a:pt x="334020" y="1527237"/>
                  </a:lnTo>
                  <a:lnTo>
                    <a:pt x="298945" y="1498868"/>
                  </a:lnTo>
                  <a:lnTo>
                    <a:pt x="265439" y="1468714"/>
                  </a:lnTo>
                  <a:lnTo>
                    <a:pt x="233574" y="1436848"/>
                  </a:lnTo>
                  <a:lnTo>
                    <a:pt x="203422" y="1403341"/>
                  </a:lnTo>
                  <a:lnTo>
                    <a:pt x="175055" y="1368265"/>
                  </a:lnTo>
                  <a:lnTo>
                    <a:pt x="148543" y="1331692"/>
                  </a:lnTo>
                  <a:lnTo>
                    <a:pt x="123961" y="1293694"/>
                  </a:lnTo>
                  <a:lnTo>
                    <a:pt x="101378" y="1254343"/>
                  </a:lnTo>
                  <a:lnTo>
                    <a:pt x="80868" y="1213711"/>
                  </a:lnTo>
                  <a:lnTo>
                    <a:pt x="62501" y="1171869"/>
                  </a:lnTo>
                  <a:lnTo>
                    <a:pt x="46350" y="1128890"/>
                  </a:lnTo>
                  <a:lnTo>
                    <a:pt x="32487" y="1084845"/>
                  </a:lnTo>
                  <a:lnTo>
                    <a:pt x="20983" y="1039807"/>
                  </a:lnTo>
                  <a:lnTo>
                    <a:pt x="11910" y="993846"/>
                  </a:lnTo>
                  <a:lnTo>
                    <a:pt x="5341" y="947036"/>
                  </a:lnTo>
                  <a:lnTo>
                    <a:pt x="1347" y="899448"/>
                  </a:lnTo>
                  <a:lnTo>
                    <a:pt x="0" y="851154"/>
                  </a:lnTo>
                  <a:close/>
                </a:path>
              </a:pathLst>
            </a:custGeom>
            <a:ln w="27432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2212" y="1045463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  <a:close/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  <a:close/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3460" y="0"/>
              <a:ext cx="8130540" cy="6858000"/>
            </a:xfrm>
            <a:custGeom>
              <a:avLst/>
              <a:gdLst/>
              <a:ahLst/>
              <a:cxnLst/>
              <a:rect l="l" t="t" r="r" b="b"/>
              <a:pathLst>
                <a:path w="8130540" h="6858000">
                  <a:moveTo>
                    <a:pt x="813054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0540" y="6858000"/>
                  </a:lnTo>
                  <a:lnTo>
                    <a:pt x="81305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921892" y="414527"/>
            <a:ext cx="5183505" cy="1221105"/>
            <a:chOff x="921892" y="414527"/>
            <a:chExt cx="5183505" cy="1221105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781" y="1415033"/>
              <a:ext cx="210312" cy="21031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1892" y="1339595"/>
              <a:ext cx="304927" cy="28663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59763" y="414527"/>
              <a:ext cx="4945380" cy="1220724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511553" y="566673"/>
            <a:ext cx="424243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5" dirty="0"/>
              <a:t>Python</a:t>
            </a:r>
            <a:r>
              <a:rPr sz="4300" spc="-50" dirty="0"/>
              <a:t> </a:t>
            </a:r>
            <a:r>
              <a:rPr sz="4300" spc="-5" dirty="0"/>
              <a:t>Functions</a:t>
            </a:r>
            <a:endParaRPr sz="4300" dirty="0"/>
          </a:p>
        </p:txBody>
      </p:sp>
      <p:sp>
        <p:nvSpPr>
          <p:cNvPr id="19" name="object 19"/>
          <p:cNvSpPr txBox="1"/>
          <p:nvPr/>
        </p:nvSpPr>
        <p:spPr>
          <a:xfrm>
            <a:off x="1538986" y="1753329"/>
            <a:ext cx="5372735" cy="333311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04800" indent="-292735">
              <a:lnSpc>
                <a:spcPct val="100000"/>
              </a:lnSpc>
              <a:spcBef>
                <a:spcPts val="695"/>
              </a:spcBef>
              <a:buChar char="●"/>
              <a:tabLst>
                <a:tab pos="305435" algn="l"/>
              </a:tabLst>
            </a:pPr>
            <a:r>
              <a:rPr sz="2600" dirty="0">
                <a:solidFill>
                  <a:srgbClr val="310D04"/>
                </a:solidFill>
                <a:latin typeface="Arial MT"/>
                <a:cs typeface="Arial MT"/>
              </a:rPr>
              <a:t>Define</a:t>
            </a:r>
            <a:r>
              <a:rPr sz="2600" spc="-45" dirty="0">
                <a:solidFill>
                  <a:srgbClr val="310D0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310D04"/>
                </a:solidFill>
                <a:latin typeface="Arial MT"/>
                <a:cs typeface="Arial MT"/>
              </a:rPr>
              <a:t>functions</a:t>
            </a:r>
            <a:endParaRPr sz="2600">
              <a:latin typeface="Arial MT"/>
              <a:cs typeface="Arial MT"/>
            </a:endParaRPr>
          </a:p>
          <a:p>
            <a:pPr marL="304800" indent="-292735">
              <a:lnSpc>
                <a:spcPct val="100000"/>
              </a:lnSpc>
              <a:spcBef>
                <a:spcPts val="600"/>
              </a:spcBef>
              <a:buChar char="●"/>
              <a:tabLst>
                <a:tab pos="305435" algn="l"/>
              </a:tabLst>
            </a:pPr>
            <a:r>
              <a:rPr sz="2600" dirty="0">
                <a:solidFill>
                  <a:srgbClr val="310D04"/>
                </a:solidFill>
                <a:latin typeface="Arial MT"/>
                <a:cs typeface="Arial MT"/>
              </a:rPr>
              <a:t>Passing</a:t>
            </a:r>
            <a:r>
              <a:rPr sz="2600" spc="-30" dirty="0">
                <a:solidFill>
                  <a:srgbClr val="310D0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310D04"/>
                </a:solidFill>
                <a:latin typeface="Arial MT"/>
                <a:cs typeface="Arial MT"/>
              </a:rPr>
              <a:t>arguments</a:t>
            </a:r>
            <a:r>
              <a:rPr sz="2600" spc="-25" dirty="0">
                <a:solidFill>
                  <a:srgbClr val="310D0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310D04"/>
                </a:solidFill>
                <a:latin typeface="Arial MT"/>
                <a:cs typeface="Arial MT"/>
              </a:rPr>
              <a:t>to Function</a:t>
            </a:r>
            <a:endParaRPr sz="2600">
              <a:latin typeface="Arial MT"/>
              <a:cs typeface="Arial MT"/>
            </a:endParaRPr>
          </a:p>
          <a:p>
            <a:pPr marL="304800" indent="-292735">
              <a:lnSpc>
                <a:spcPct val="100000"/>
              </a:lnSpc>
              <a:spcBef>
                <a:spcPts val="605"/>
              </a:spcBef>
              <a:buChar char="●"/>
              <a:tabLst>
                <a:tab pos="305435" algn="l"/>
              </a:tabLst>
            </a:pPr>
            <a:r>
              <a:rPr sz="2600" dirty="0">
                <a:solidFill>
                  <a:srgbClr val="310D04"/>
                </a:solidFill>
                <a:latin typeface="Arial MT"/>
                <a:cs typeface="Arial MT"/>
              </a:rPr>
              <a:t>Return</a:t>
            </a:r>
            <a:r>
              <a:rPr sz="2600" spc="-25" dirty="0">
                <a:solidFill>
                  <a:srgbClr val="310D0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310D04"/>
                </a:solidFill>
                <a:latin typeface="Arial MT"/>
                <a:cs typeface="Arial MT"/>
              </a:rPr>
              <a:t>a</a:t>
            </a:r>
            <a:r>
              <a:rPr sz="2600" spc="-10" dirty="0">
                <a:solidFill>
                  <a:srgbClr val="310D0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310D04"/>
                </a:solidFill>
                <a:latin typeface="Arial MT"/>
                <a:cs typeface="Arial MT"/>
              </a:rPr>
              <a:t>value</a:t>
            </a:r>
            <a:r>
              <a:rPr sz="2600" spc="-10" dirty="0">
                <a:solidFill>
                  <a:srgbClr val="310D0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310D04"/>
                </a:solidFill>
                <a:latin typeface="Arial MT"/>
                <a:cs typeface="Arial MT"/>
              </a:rPr>
              <a:t>from</a:t>
            </a:r>
            <a:r>
              <a:rPr sz="2600" spc="-20" dirty="0">
                <a:solidFill>
                  <a:srgbClr val="310D0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310D04"/>
                </a:solidFill>
                <a:latin typeface="Arial MT"/>
                <a:cs typeface="Arial MT"/>
              </a:rPr>
              <a:t>function</a:t>
            </a:r>
            <a:endParaRPr sz="2600">
              <a:latin typeface="Arial MT"/>
              <a:cs typeface="Arial MT"/>
            </a:endParaRPr>
          </a:p>
          <a:p>
            <a:pPr marL="304800" indent="-292735">
              <a:lnSpc>
                <a:spcPct val="100000"/>
              </a:lnSpc>
              <a:spcBef>
                <a:spcPts val="600"/>
              </a:spcBef>
              <a:buChar char="●"/>
              <a:tabLst>
                <a:tab pos="305435" algn="l"/>
              </a:tabLst>
            </a:pPr>
            <a:r>
              <a:rPr sz="2600" dirty="0">
                <a:solidFill>
                  <a:srgbClr val="310D04"/>
                </a:solidFill>
                <a:latin typeface="Arial MT"/>
                <a:cs typeface="Arial MT"/>
              </a:rPr>
              <a:t>Scope</a:t>
            </a:r>
            <a:r>
              <a:rPr sz="2600" spc="-35" dirty="0">
                <a:solidFill>
                  <a:srgbClr val="310D0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310D04"/>
                </a:solidFill>
                <a:latin typeface="Arial MT"/>
                <a:cs typeface="Arial MT"/>
              </a:rPr>
              <a:t>of</a:t>
            </a:r>
            <a:r>
              <a:rPr sz="2600" spc="-20" dirty="0">
                <a:solidFill>
                  <a:srgbClr val="310D0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310D04"/>
                </a:solidFill>
                <a:latin typeface="Arial MT"/>
                <a:cs typeface="Arial MT"/>
              </a:rPr>
              <a:t>Objects</a:t>
            </a:r>
            <a:endParaRPr sz="2600">
              <a:latin typeface="Arial MT"/>
              <a:cs typeface="Arial MT"/>
            </a:endParaRPr>
          </a:p>
          <a:p>
            <a:pPr marL="304800" indent="-292735">
              <a:lnSpc>
                <a:spcPct val="100000"/>
              </a:lnSpc>
              <a:spcBef>
                <a:spcPts val="600"/>
              </a:spcBef>
              <a:buChar char="●"/>
              <a:tabLst>
                <a:tab pos="305435" algn="l"/>
              </a:tabLst>
            </a:pPr>
            <a:r>
              <a:rPr sz="2600" dirty="0">
                <a:solidFill>
                  <a:srgbClr val="310D04"/>
                </a:solidFill>
                <a:latin typeface="Arial MT"/>
                <a:cs typeface="Arial MT"/>
              </a:rPr>
              <a:t>Default</a:t>
            </a:r>
            <a:r>
              <a:rPr sz="2600" spc="-25" dirty="0">
                <a:solidFill>
                  <a:srgbClr val="310D0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310D04"/>
                </a:solidFill>
                <a:latin typeface="Arial MT"/>
                <a:cs typeface="Arial MT"/>
              </a:rPr>
              <a:t>arguments</a:t>
            </a:r>
            <a:endParaRPr sz="2600">
              <a:latin typeface="Arial MT"/>
              <a:cs typeface="Arial MT"/>
            </a:endParaRPr>
          </a:p>
          <a:p>
            <a:pPr marL="304800" indent="-292735">
              <a:lnSpc>
                <a:spcPct val="100000"/>
              </a:lnSpc>
              <a:spcBef>
                <a:spcPts val="600"/>
              </a:spcBef>
              <a:buChar char="●"/>
              <a:tabLst>
                <a:tab pos="305435" algn="l"/>
              </a:tabLst>
            </a:pPr>
            <a:r>
              <a:rPr sz="2600" dirty="0">
                <a:solidFill>
                  <a:srgbClr val="310D04"/>
                </a:solidFill>
                <a:latin typeface="Arial MT"/>
                <a:cs typeface="Arial MT"/>
              </a:rPr>
              <a:t>Positional</a:t>
            </a:r>
            <a:r>
              <a:rPr sz="2600" spc="-25" dirty="0">
                <a:solidFill>
                  <a:srgbClr val="310D0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310D04"/>
                </a:solidFill>
                <a:latin typeface="Arial MT"/>
                <a:cs typeface="Arial MT"/>
              </a:rPr>
              <a:t>and</a:t>
            </a:r>
            <a:r>
              <a:rPr sz="2600" spc="-5" dirty="0">
                <a:solidFill>
                  <a:srgbClr val="310D0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310D04"/>
                </a:solidFill>
                <a:latin typeface="Arial MT"/>
                <a:cs typeface="Arial MT"/>
              </a:rPr>
              <a:t>keyword</a:t>
            </a:r>
            <a:r>
              <a:rPr sz="2600" spc="-40" dirty="0">
                <a:solidFill>
                  <a:srgbClr val="310D0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310D04"/>
                </a:solidFill>
                <a:latin typeface="Arial MT"/>
                <a:cs typeface="Arial MT"/>
              </a:rPr>
              <a:t>arguments</a:t>
            </a:r>
            <a:endParaRPr sz="2600">
              <a:latin typeface="Arial MT"/>
              <a:cs typeface="Arial MT"/>
            </a:endParaRPr>
          </a:p>
          <a:p>
            <a:pPr marL="396240" indent="-384175">
              <a:lnSpc>
                <a:spcPct val="100000"/>
              </a:lnSpc>
              <a:spcBef>
                <a:spcPts val="600"/>
              </a:spcBef>
              <a:buChar char="●"/>
              <a:tabLst>
                <a:tab pos="396240" algn="l"/>
                <a:tab pos="396875" algn="l"/>
              </a:tabLst>
            </a:pPr>
            <a:r>
              <a:rPr sz="2600" spc="-25" dirty="0">
                <a:solidFill>
                  <a:srgbClr val="310D04"/>
                </a:solidFill>
                <a:latin typeface="Arial MT"/>
                <a:cs typeface="Arial MT"/>
              </a:rPr>
              <a:t>Variable </a:t>
            </a:r>
            <a:r>
              <a:rPr sz="2600" dirty="0">
                <a:solidFill>
                  <a:srgbClr val="310D04"/>
                </a:solidFill>
                <a:latin typeface="Arial MT"/>
                <a:cs typeface="Arial MT"/>
              </a:rPr>
              <a:t>length</a:t>
            </a:r>
            <a:r>
              <a:rPr sz="2600" spc="-15" dirty="0">
                <a:solidFill>
                  <a:srgbClr val="310D0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310D04"/>
                </a:solidFill>
                <a:latin typeface="Arial MT"/>
                <a:cs typeface="Arial MT"/>
              </a:rPr>
              <a:t>arguments</a:t>
            </a:r>
            <a:endParaRPr sz="2600">
              <a:latin typeface="Arial MT"/>
              <a:cs typeface="Arial MT"/>
            </a:endParaRPr>
          </a:p>
        </p:txBody>
      </p:sp>
      <p:pic>
        <p:nvPicPr>
          <p:cNvPr id="21" name="Picture 20" descr="A black and red text&#10;&#10;Description automatically generated">
            <a:extLst>
              <a:ext uri="{FF2B5EF4-FFF2-40B4-BE49-F238E27FC236}">
                <a16:creationId xmlns:a16="http://schemas.microsoft.com/office/drawing/2014/main" id="{17B478DC-1113-91C0-ABC2-0730CFE998E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8269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505" y="0"/>
                  </a:lnTo>
                  <a:lnTo>
                    <a:pt x="0" y="819150"/>
                  </a:lnTo>
                  <a:lnTo>
                    <a:pt x="48635" y="817759"/>
                  </a:lnTo>
                  <a:lnTo>
                    <a:pt x="96034" y="813638"/>
                  </a:lnTo>
                  <a:lnTo>
                    <a:pt x="142623" y="806864"/>
                  </a:lnTo>
                  <a:lnTo>
                    <a:pt x="188327" y="797514"/>
                  </a:lnTo>
                  <a:lnTo>
                    <a:pt x="233067" y="785664"/>
                  </a:lnTo>
                  <a:lnTo>
                    <a:pt x="276768" y="771391"/>
                  </a:lnTo>
                  <a:lnTo>
                    <a:pt x="319353" y="754772"/>
                  </a:lnTo>
                  <a:lnTo>
                    <a:pt x="360744" y="735885"/>
                  </a:lnTo>
                  <a:lnTo>
                    <a:pt x="400865" y="714805"/>
                  </a:lnTo>
                  <a:lnTo>
                    <a:pt x="439639" y="691610"/>
                  </a:lnTo>
                  <a:lnTo>
                    <a:pt x="476990" y="666377"/>
                  </a:lnTo>
                  <a:lnTo>
                    <a:pt x="512839" y="639182"/>
                  </a:lnTo>
                  <a:lnTo>
                    <a:pt x="547112" y="610102"/>
                  </a:lnTo>
                  <a:lnTo>
                    <a:pt x="579729" y="579215"/>
                  </a:lnTo>
                  <a:lnTo>
                    <a:pt x="610616" y="546596"/>
                  </a:lnTo>
                  <a:lnTo>
                    <a:pt x="639695" y="512323"/>
                  </a:lnTo>
                  <a:lnTo>
                    <a:pt x="666889" y="476473"/>
                  </a:lnTo>
                  <a:lnTo>
                    <a:pt x="692122" y="439123"/>
                  </a:lnTo>
                  <a:lnTo>
                    <a:pt x="715316" y="400349"/>
                  </a:lnTo>
                  <a:lnTo>
                    <a:pt x="736395" y="360228"/>
                  </a:lnTo>
                  <a:lnTo>
                    <a:pt x="755281" y="318837"/>
                  </a:lnTo>
                  <a:lnTo>
                    <a:pt x="771899" y="276253"/>
                  </a:lnTo>
                  <a:lnTo>
                    <a:pt x="786171" y="232553"/>
                  </a:lnTo>
                  <a:lnTo>
                    <a:pt x="798020" y="187814"/>
                  </a:lnTo>
                  <a:lnTo>
                    <a:pt x="807370" y="142112"/>
                  </a:lnTo>
                  <a:lnTo>
                    <a:pt x="814144" y="95524"/>
                  </a:lnTo>
                  <a:lnTo>
                    <a:pt x="818264" y="48128"/>
                  </a:lnTo>
                  <a:lnTo>
                    <a:pt x="819655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818264" y="48128"/>
                  </a:lnTo>
                  <a:lnTo>
                    <a:pt x="814144" y="95524"/>
                  </a:lnTo>
                  <a:lnTo>
                    <a:pt x="807370" y="142112"/>
                  </a:lnTo>
                  <a:lnTo>
                    <a:pt x="798020" y="187814"/>
                  </a:lnTo>
                  <a:lnTo>
                    <a:pt x="786171" y="232553"/>
                  </a:lnTo>
                  <a:lnTo>
                    <a:pt x="771899" y="276253"/>
                  </a:lnTo>
                  <a:lnTo>
                    <a:pt x="755281" y="318837"/>
                  </a:lnTo>
                  <a:lnTo>
                    <a:pt x="736395" y="360228"/>
                  </a:lnTo>
                  <a:lnTo>
                    <a:pt x="715316" y="400349"/>
                  </a:lnTo>
                  <a:lnTo>
                    <a:pt x="692122" y="439123"/>
                  </a:lnTo>
                  <a:lnTo>
                    <a:pt x="666889" y="476473"/>
                  </a:lnTo>
                  <a:lnTo>
                    <a:pt x="639695" y="512323"/>
                  </a:lnTo>
                  <a:lnTo>
                    <a:pt x="610616" y="546596"/>
                  </a:lnTo>
                  <a:lnTo>
                    <a:pt x="579729" y="579215"/>
                  </a:lnTo>
                  <a:lnTo>
                    <a:pt x="547112" y="610102"/>
                  </a:lnTo>
                  <a:lnTo>
                    <a:pt x="512839" y="639182"/>
                  </a:lnTo>
                  <a:lnTo>
                    <a:pt x="476990" y="666377"/>
                  </a:lnTo>
                  <a:lnTo>
                    <a:pt x="439639" y="691610"/>
                  </a:lnTo>
                  <a:lnTo>
                    <a:pt x="400865" y="714805"/>
                  </a:lnTo>
                  <a:lnTo>
                    <a:pt x="360744" y="735885"/>
                  </a:lnTo>
                  <a:lnTo>
                    <a:pt x="319353" y="754772"/>
                  </a:lnTo>
                  <a:lnTo>
                    <a:pt x="276768" y="771391"/>
                  </a:lnTo>
                  <a:lnTo>
                    <a:pt x="233067" y="785664"/>
                  </a:lnTo>
                  <a:lnTo>
                    <a:pt x="188327" y="797514"/>
                  </a:lnTo>
                  <a:lnTo>
                    <a:pt x="142623" y="806864"/>
                  </a:lnTo>
                  <a:lnTo>
                    <a:pt x="96034" y="813638"/>
                  </a:lnTo>
                  <a:lnTo>
                    <a:pt x="48635" y="817759"/>
                  </a:lnTo>
                  <a:lnTo>
                    <a:pt x="505" y="819150"/>
                  </a:lnTo>
                  <a:lnTo>
                    <a:pt x="336" y="819150"/>
                  </a:lnTo>
                  <a:lnTo>
                    <a:pt x="168" y="819150"/>
                  </a:lnTo>
                  <a:lnTo>
                    <a:pt x="0" y="819150"/>
                  </a:lnTo>
                  <a:lnTo>
                    <a:pt x="505" y="0"/>
                  </a:lnTo>
                  <a:lnTo>
                    <a:pt x="819655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460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9163" y="21335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10" y="708461"/>
                  </a:lnTo>
                  <a:lnTo>
                    <a:pt x="20983" y="662500"/>
                  </a:lnTo>
                  <a:lnTo>
                    <a:pt x="32487" y="617462"/>
                  </a:lnTo>
                  <a:lnTo>
                    <a:pt x="46350" y="573417"/>
                  </a:lnTo>
                  <a:lnTo>
                    <a:pt x="62501" y="530438"/>
                  </a:lnTo>
                  <a:lnTo>
                    <a:pt x="80868" y="488596"/>
                  </a:lnTo>
                  <a:lnTo>
                    <a:pt x="101378" y="447964"/>
                  </a:lnTo>
                  <a:lnTo>
                    <a:pt x="123961" y="408613"/>
                  </a:lnTo>
                  <a:lnTo>
                    <a:pt x="148543" y="370615"/>
                  </a:lnTo>
                  <a:lnTo>
                    <a:pt x="175055" y="334042"/>
                  </a:lnTo>
                  <a:lnTo>
                    <a:pt x="203422" y="298966"/>
                  </a:lnTo>
                  <a:lnTo>
                    <a:pt x="233574" y="265459"/>
                  </a:lnTo>
                  <a:lnTo>
                    <a:pt x="265439" y="233593"/>
                  </a:lnTo>
                  <a:lnTo>
                    <a:pt x="298945" y="203439"/>
                  </a:lnTo>
                  <a:lnTo>
                    <a:pt x="334020" y="175070"/>
                  </a:lnTo>
                  <a:lnTo>
                    <a:pt x="370593" y="148557"/>
                  </a:lnTo>
                  <a:lnTo>
                    <a:pt x="408590" y="123973"/>
                  </a:lnTo>
                  <a:lnTo>
                    <a:pt x="447941" y="101388"/>
                  </a:lnTo>
                  <a:lnTo>
                    <a:pt x="488574" y="80876"/>
                  </a:lnTo>
                  <a:lnTo>
                    <a:pt x="530417" y="62508"/>
                  </a:lnTo>
                  <a:lnTo>
                    <a:pt x="573397" y="46355"/>
                  </a:lnTo>
                  <a:lnTo>
                    <a:pt x="617444" y="32490"/>
                  </a:lnTo>
                  <a:lnTo>
                    <a:pt x="662485" y="20985"/>
                  </a:lnTo>
                  <a:lnTo>
                    <a:pt x="708448" y="11912"/>
                  </a:lnTo>
                  <a:lnTo>
                    <a:pt x="755262" y="5342"/>
                  </a:lnTo>
                  <a:lnTo>
                    <a:pt x="802854" y="1347"/>
                  </a:lnTo>
                  <a:lnTo>
                    <a:pt x="851154" y="0"/>
                  </a:lnTo>
                  <a:lnTo>
                    <a:pt x="899448" y="1347"/>
                  </a:lnTo>
                  <a:lnTo>
                    <a:pt x="947036" y="5342"/>
                  </a:lnTo>
                  <a:lnTo>
                    <a:pt x="993846" y="11912"/>
                  </a:lnTo>
                  <a:lnTo>
                    <a:pt x="1039807" y="20985"/>
                  </a:lnTo>
                  <a:lnTo>
                    <a:pt x="1084845" y="32490"/>
                  </a:lnTo>
                  <a:lnTo>
                    <a:pt x="1128890" y="46355"/>
                  </a:lnTo>
                  <a:lnTo>
                    <a:pt x="1171869" y="62508"/>
                  </a:lnTo>
                  <a:lnTo>
                    <a:pt x="1213711" y="80876"/>
                  </a:lnTo>
                  <a:lnTo>
                    <a:pt x="1254343" y="101388"/>
                  </a:lnTo>
                  <a:lnTo>
                    <a:pt x="1293694" y="123973"/>
                  </a:lnTo>
                  <a:lnTo>
                    <a:pt x="1331692" y="148557"/>
                  </a:lnTo>
                  <a:lnTo>
                    <a:pt x="1368265" y="175070"/>
                  </a:lnTo>
                  <a:lnTo>
                    <a:pt x="1403341" y="203439"/>
                  </a:lnTo>
                  <a:lnTo>
                    <a:pt x="1436848" y="233593"/>
                  </a:lnTo>
                  <a:lnTo>
                    <a:pt x="1468714" y="265459"/>
                  </a:lnTo>
                  <a:lnTo>
                    <a:pt x="1498868" y="298966"/>
                  </a:lnTo>
                  <a:lnTo>
                    <a:pt x="1527237" y="334042"/>
                  </a:lnTo>
                  <a:lnTo>
                    <a:pt x="1553750" y="370615"/>
                  </a:lnTo>
                  <a:lnTo>
                    <a:pt x="1578334" y="408613"/>
                  </a:lnTo>
                  <a:lnTo>
                    <a:pt x="1600919" y="447964"/>
                  </a:lnTo>
                  <a:lnTo>
                    <a:pt x="1621431" y="488596"/>
                  </a:lnTo>
                  <a:lnTo>
                    <a:pt x="1639799" y="530438"/>
                  </a:lnTo>
                  <a:lnTo>
                    <a:pt x="1655952" y="573417"/>
                  </a:lnTo>
                  <a:lnTo>
                    <a:pt x="1669817" y="617462"/>
                  </a:lnTo>
                  <a:lnTo>
                    <a:pt x="1681322" y="662500"/>
                  </a:lnTo>
                  <a:lnTo>
                    <a:pt x="1690395" y="708461"/>
                  </a:lnTo>
                  <a:lnTo>
                    <a:pt x="1696965" y="755271"/>
                  </a:lnTo>
                  <a:lnTo>
                    <a:pt x="1700960" y="802859"/>
                  </a:lnTo>
                  <a:lnTo>
                    <a:pt x="1702308" y="851154"/>
                  </a:lnTo>
                  <a:lnTo>
                    <a:pt x="1700960" y="899448"/>
                  </a:lnTo>
                  <a:lnTo>
                    <a:pt x="1696965" y="947036"/>
                  </a:lnTo>
                  <a:lnTo>
                    <a:pt x="1690395" y="993846"/>
                  </a:lnTo>
                  <a:lnTo>
                    <a:pt x="1681322" y="1039807"/>
                  </a:lnTo>
                  <a:lnTo>
                    <a:pt x="1669817" y="1084845"/>
                  </a:lnTo>
                  <a:lnTo>
                    <a:pt x="1655952" y="1128890"/>
                  </a:lnTo>
                  <a:lnTo>
                    <a:pt x="1639799" y="1171869"/>
                  </a:lnTo>
                  <a:lnTo>
                    <a:pt x="1621431" y="1213711"/>
                  </a:lnTo>
                  <a:lnTo>
                    <a:pt x="1600919" y="1254343"/>
                  </a:lnTo>
                  <a:lnTo>
                    <a:pt x="1578334" y="1293694"/>
                  </a:lnTo>
                  <a:lnTo>
                    <a:pt x="1553750" y="1331692"/>
                  </a:lnTo>
                  <a:lnTo>
                    <a:pt x="1527237" y="1368265"/>
                  </a:lnTo>
                  <a:lnTo>
                    <a:pt x="1498868" y="1403341"/>
                  </a:lnTo>
                  <a:lnTo>
                    <a:pt x="1468714" y="1436848"/>
                  </a:lnTo>
                  <a:lnTo>
                    <a:pt x="1436848" y="1468714"/>
                  </a:lnTo>
                  <a:lnTo>
                    <a:pt x="1403341" y="1498868"/>
                  </a:lnTo>
                  <a:lnTo>
                    <a:pt x="1368265" y="1527237"/>
                  </a:lnTo>
                  <a:lnTo>
                    <a:pt x="1331692" y="1553750"/>
                  </a:lnTo>
                  <a:lnTo>
                    <a:pt x="1293694" y="1578334"/>
                  </a:lnTo>
                  <a:lnTo>
                    <a:pt x="1254343" y="1600919"/>
                  </a:lnTo>
                  <a:lnTo>
                    <a:pt x="1213711" y="1621431"/>
                  </a:lnTo>
                  <a:lnTo>
                    <a:pt x="1171869" y="1639799"/>
                  </a:lnTo>
                  <a:lnTo>
                    <a:pt x="1128890" y="1655952"/>
                  </a:lnTo>
                  <a:lnTo>
                    <a:pt x="1084845" y="1669817"/>
                  </a:lnTo>
                  <a:lnTo>
                    <a:pt x="1039807" y="1681322"/>
                  </a:lnTo>
                  <a:lnTo>
                    <a:pt x="993846" y="1690395"/>
                  </a:lnTo>
                  <a:lnTo>
                    <a:pt x="947036" y="1696965"/>
                  </a:lnTo>
                  <a:lnTo>
                    <a:pt x="899448" y="1700960"/>
                  </a:lnTo>
                  <a:lnTo>
                    <a:pt x="851154" y="1702308"/>
                  </a:lnTo>
                  <a:lnTo>
                    <a:pt x="802854" y="1700960"/>
                  </a:lnTo>
                  <a:lnTo>
                    <a:pt x="755262" y="1696965"/>
                  </a:lnTo>
                  <a:lnTo>
                    <a:pt x="708448" y="1690395"/>
                  </a:lnTo>
                  <a:lnTo>
                    <a:pt x="662485" y="1681322"/>
                  </a:lnTo>
                  <a:lnTo>
                    <a:pt x="617444" y="1669817"/>
                  </a:lnTo>
                  <a:lnTo>
                    <a:pt x="573397" y="1655952"/>
                  </a:lnTo>
                  <a:lnTo>
                    <a:pt x="530417" y="1639799"/>
                  </a:lnTo>
                  <a:lnTo>
                    <a:pt x="488574" y="1621431"/>
                  </a:lnTo>
                  <a:lnTo>
                    <a:pt x="447941" y="1600919"/>
                  </a:lnTo>
                  <a:lnTo>
                    <a:pt x="408590" y="1578334"/>
                  </a:lnTo>
                  <a:lnTo>
                    <a:pt x="370593" y="1553750"/>
                  </a:lnTo>
                  <a:lnTo>
                    <a:pt x="334020" y="1527237"/>
                  </a:lnTo>
                  <a:lnTo>
                    <a:pt x="298945" y="1498868"/>
                  </a:lnTo>
                  <a:lnTo>
                    <a:pt x="265439" y="1468714"/>
                  </a:lnTo>
                  <a:lnTo>
                    <a:pt x="233574" y="1436848"/>
                  </a:lnTo>
                  <a:lnTo>
                    <a:pt x="203422" y="1403341"/>
                  </a:lnTo>
                  <a:lnTo>
                    <a:pt x="175055" y="1368265"/>
                  </a:lnTo>
                  <a:lnTo>
                    <a:pt x="148543" y="1331692"/>
                  </a:lnTo>
                  <a:lnTo>
                    <a:pt x="123961" y="1293694"/>
                  </a:lnTo>
                  <a:lnTo>
                    <a:pt x="101378" y="1254343"/>
                  </a:lnTo>
                  <a:lnTo>
                    <a:pt x="80868" y="1213711"/>
                  </a:lnTo>
                  <a:lnTo>
                    <a:pt x="62501" y="1171869"/>
                  </a:lnTo>
                  <a:lnTo>
                    <a:pt x="46350" y="1128890"/>
                  </a:lnTo>
                  <a:lnTo>
                    <a:pt x="32487" y="1084845"/>
                  </a:lnTo>
                  <a:lnTo>
                    <a:pt x="20983" y="1039807"/>
                  </a:lnTo>
                  <a:lnTo>
                    <a:pt x="11910" y="993846"/>
                  </a:lnTo>
                  <a:lnTo>
                    <a:pt x="5341" y="947036"/>
                  </a:lnTo>
                  <a:lnTo>
                    <a:pt x="1347" y="899448"/>
                  </a:lnTo>
                  <a:lnTo>
                    <a:pt x="0" y="851154"/>
                  </a:lnTo>
                  <a:close/>
                </a:path>
              </a:pathLst>
            </a:custGeom>
            <a:ln w="27432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3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  <a:close/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  <a:close/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3460" y="0"/>
              <a:ext cx="8130540" cy="6858000"/>
            </a:xfrm>
            <a:custGeom>
              <a:avLst/>
              <a:gdLst/>
              <a:ahLst/>
              <a:cxnLst/>
              <a:rect l="l" t="t" r="r" b="b"/>
              <a:pathLst>
                <a:path w="8130540" h="6858000">
                  <a:moveTo>
                    <a:pt x="813054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0540" y="6858000"/>
                  </a:lnTo>
                  <a:lnTo>
                    <a:pt x="81305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62811" y="338327"/>
            <a:ext cx="3093719" cy="122072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514602" y="490854"/>
            <a:ext cx="239077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5" dirty="0"/>
              <a:t>Functions</a:t>
            </a:r>
            <a:endParaRPr sz="4300"/>
          </a:p>
        </p:txBody>
      </p:sp>
      <p:sp>
        <p:nvSpPr>
          <p:cNvPr id="16" name="object 16"/>
          <p:cNvSpPr txBox="1"/>
          <p:nvPr/>
        </p:nvSpPr>
        <p:spPr>
          <a:xfrm>
            <a:off x="1532889" y="1392910"/>
            <a:ext cx="6694805" cy="220599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7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5" dirty="0">
                <a:latin typeface="Arial MT"/>
                <a:cs typeface="Arial MT"/>
              </a:rPr>
              <a:t>Piece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reusable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code</a:t>
            </a:r>
          </a:p>
          <a:p>
            <a:pPr marL="295910" indent="-283845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dirty="0">
                <a:latin typeface="Arial MT"/>
                <a:cs typeface="Arial MT"/>
              </a:rPr>
              <a:t>Solves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particular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task</a:t>
            </a:r>
          </a:p>
          <a:p>
            <a:pPr marL="295910" marR="508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dirty="0">
                <a:latin typeface="Arial MT"/>
                <a:cs typeface="Arial MT"/>
              </a:rPr>
              <a:t>Call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function instead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5" dirty="0">
                <a:latin typeface="Arial MT"/>
                <a:cs typeface="Arial MT"/>
              </a:rPr>
              <a:t> writing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code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yourself</a:t>
            </a:r>
          </a:p>
        </p:txBody>
      </p:sp>
      <p:pic>
        <p:nvPicPr>
          <p:cNvPr id="17" name="Picture 16" descr="A black and red text&#10;&#10;Description automatically generated">
            <a:extLst>
              <a:ext uri="{FF2B5EF4-FFF2-40B4-BE49-F238E27FC236}">
                <a16:creationId xmlns:a16="http://schemas.microsoft.com/office/drawing/2014/main" id="{21D0A760-0038-3FFF-C69E-F96381FDB39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8269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505" y="0"/>
                  </a:lnTo>
                  <a:lnTo>
                    <a:pt x="0" y="819150"/>
                  </a:lnTo>
                  <a:lnTo>
                    <a:pt x="48635" y="817759"/>
                  </a:lnTo>
                  <a:lnTo>
                    <a:pt x="96034" y="813638"/>
                  </a:lnTo>
                  <a:lnTo>
                    <a:pt x="142623" y="806864"/>
                  </a:lnTo>
                  <a:lnTo>
                    <a:pt x="188327" y="797514"/>
                  </a:lnTo>
                  <a:lnTo>
                    <a:pt x="233067" y="785664"/>
                  </a:lnTo>
                  <a:lnTo>
                    <a:pt x="276768" y="771391"/>
                  </a:lnTo>
                  <a:lnTo>
                    <a:pt x="319353" y="754772"/>
                  </a:lnTo>
                  <a:lnTo>
                    <a:pt x="360744" y="735885"/>
                  </a:lnTo>
                  <a:lnTo>
                    <a:pt x="400865" y="714805"/>
                  </a:lnTo>
                  <a:lnTo>
                    <a:pt x="439639" y="691610"/>
                  </a:lnTo>
                  <a:lnTo>
                    <a:pt x="476990" y="666377"/>
                  </a:lnTo>
                  <a:lnTo>
                    <a:pt x="512839" y="639182"/>
                  </a:lnTo>
                  <a:lnTo>
                    <a:pt x="547112" y="610102"/>
                  </a:lnTo>
                  <a:lnTo>
                    <a:pt x="579729" y="579215"/>
                  </a:lnTo>
                  <a:lnTo>
                    <a:pt x="610616" y="546596"/>
                  </a:lnTo>
                  <a:lnTo>
                    <a:pt x="639695" y="512323"/>
                  </a:lnTo>
                  <a:lnTo>
                    <a:pt x="666889" y="476473"/>
                  </a:lnTo>
                  <a:lnTo>
                    <a:pt x="692122" y="439123"/>
                  </a:lnTo>
                  <a:lnTo>
                    <a:pt x="715316" y="400349"/>
                  </a:lnTo>
                  <a:lnTo>
                    <a:pt x="736395" y="360228"/>
                  </a:lnTo>
                  <a:lnTo>
                    <a:pt x="755281" y="318837"/>
                  </a:lnTo>
                  <a:lnTo>
                    <a:pt x="771899" y="276253"/>
                  </a:lnTo>
                  <a:lnTo>
                    <a:pt x="786171" y="232553"/>
                  </a:lnTo>
                  <a:lnTo>
                    <a:pt x="798020" y="187814"/>
                  </a:lnTo>
                  <a:lnTo>
                    <a:pt x="807370" y="142112"/>
                  </a:lnTo>
                  <a:lnTo>
                    <a:pt x="814144" y="95524"/>
                  </a:lnTo>
                  <a:lnTo>
                    <a:pt x="818264" y="48128"/>
                  </a:lnTo>
                  <a:lnTo>
                    <a:pt x="819655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818264" y="48128"/>
                  </a:lnTo>
                  <a:lnTo>
                    <a:pt x="814144" y="95524"/>
                  </a:lnTo>
                  <a:lnTo>
                    <a:pt x="807370" y="142112"/>
                  </a:lnTo>
                  <a:lnTo>
                    <a:pt x="798020" y="187814"/>
                  </a:lnTo>
                  <a:lnTo>
                    <a:pt x="786171" y="232553"/>
                  </a:lnTo>
                  <a:lnTo>
                    <a:pt x="771899" y="276253"/>
                  </a:lnTo>
                  <a:lnTo>
                    <a:pt x="755281" y="318837"/>
                  </a:lnTo>
                  <a:lnTo>
                    <a:pt x="736395" y="360228"/>
                  </a:lnTo>
                  <a:lnTo>
                    <a:pt x="715316" y="400349"/>
                  </a:lnTo>
                  <a:lnTo>
                    <a:pt x="692122" y="439123"/>
                  </a:lnTo>
                  <a:lnTo>
                    <a:pt x="666889" y="476473"/>
                  </a:lnTo>
                  <a:lnTo>
                    <a:pt x="639695" y="512323"/>
                  </a:lnTo>
                  <a:lnTo>
                    <a:pt x="610616" y="546596"/>
                  </a:lnTo>
                  <a:lnTo>
                    <a:pt x="579729" y="579215"/>
                  </a:lnTo>
                  <a:lnTo>
                    <a:pt x="547112" y="610102"/>
                  </a:lnTo>
                  <a:lnTo>
                    <a:pt x="512839" y="639182"/>
                  </a:lnTo>
                  <a:lnTo>
                    <a:pt x="476990" y="666377"/>
                  </a:lnTo>
                  <a:lnTo>
                    <a:pt x="439639" y="691610"/>
                  </a:lnTo>
                  <a:lnTo>
                    <a:pt x="400865" y="714805"/>
                  </a:lnTo>
                  <a:lnTo>
                    <a:pt x="360744" y="735885"/>
                  </a:lnTo>
                  <a:lnTo>
                    <a:pt x="319353" y="754772"/>
                  </a:lnTo>
                  <a:lnTo>
                    <a:pt x="276768" y="771391"/>
                  </a:lnTo>
                  <a:lnTo>
                    <a:pt x="233067" y="785664"/>
                  </a:lnTo>
                  <a:lnTo>
                    <a:pt x="188327" y="797514"/>
                  </a:lnTo>
                  <a:lnTo>
                    <a:pt x="142623" y="806864"/>
                  </a:lnTo>
                  <a:lnTo>
                    <a:pt x="96034" y="813638"/>
                  </a:lnTo>
                  <a:lnTo>
                    <a:pt x="48635" y="817759"/>
                  </a:lnTo>
                  <a:lnTo>
                    <a:pt x="505" y="819150"/>
                  </a:lnTo>
                  <a:lnTo>
                    <a:pt x="336" y="819150"/>
                  </a:lnTo>
                  <a:lnTo>
                    <a:pt x="168" y="819150"/>
                  </a:lnTo>
                  <a:lnTo>
                    <a:pt x="0" y="819150"/>
                  </a:lnTo>
                  <a:lnTo>
                    <a:pt x="505" y="0"/>
                  </a:lnTo>
                  <a:lnTo>
                    <a:pt x="819655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460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9163" y="21335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10" y="708461"/>
                  </a:lnTo>
                  <a:lnTo>
                    <a:pt x="20983" y="662500"/>
                  </a:lnTo>
                  <a:lnTo>
                    <a:pt x="32487" y="617462"/>
                  </a:lnTo>
                  <a:lnTo>
                    <a:pt x="46350" y="573417"/>
                  </a:lnTo>
                  <a:lnTo>
                    <a:pt x="62501" y="530438"/>
                  </a:lnTo>
                  <a:lnTo>
                    <a:pt x="80868" y="488596"/>
                  </a:lnTo>
                  <a:lnTo>
                    <a:pt x="101378" y="447964"/>
                  </a:lnTo>
                  <a:lnTo>
                    <a:pt x="123961" y="408613"/>
                  </a:lnTo>
                  <a:lnTo>
                    <a:pt x="148543" y="370615"/>
                  </a:lnTo>
                  <a:lnTo>
                    <a:pt x="175055" y="334042"/>
                  </a:lnTo>
                  <a:lnTo>
                    <a:pt x="203422" y="298966"/>
                  </a:lnTo>
                  <a:lnTo>
                    <a:pt x="233574" y="265459"/>
                  </a:lnTo>
                  <a:lnTo>
                    <a:pt x="265439" y="233593"/>
                  </a:lnTo>
                  <a:lnTo>
                    <a:pt x="298945" y="203439"/>
                  </a:lnTo>
                  <a:lnTo>
                    <a:pt x="334020" y="175070"/>
                  </a:lnTo>
                  <a:lnTo>
                    <a:pt x="370593" y="148557"/>
                  </a:lnTo>
                  <a:lnTo>
                    <a:pt x="408590" y="123973"/>
                  </a:lnTo>
                  <a:lnTo>
                    <a:pt x="447941" y="101388"/>
                  </a:lnTo>
                  <a:lnTo>
                    <a:pt x="488574" y="80876"/>
                  </a:lnTo>
                  <a:lnTo>
                    <a:pt x="530417" y="62508"/>
                  </a:lnTo>
                  <a:lnTo>
                    <a:pt x="573397" y="46355"/>
                  </a:lnTo>
                  <a:lnTo>
                    <a:pt x="617444" y="32490"/>
                  </a:lnTo>
                  <a:lnTo>
                    <a:pt x="662485" y="20985"/>
                  </a:lnTo>
                  <a:lnTo>
                    <a:pt x="708448" y="11912"/>
                  </a:lnTo>
                  <a:lnTo>
                    <a:pt x="755262" y="5342"/>
                  </a:lnTo>
                  <a:lnTo>
                    <a:pt x="802854" y="1347"/>
                  </a:lnTo>
                  <a:lnTo>
                    <a:pt x="851154" y="0"/>
                  </a:lnTo>
                  <a:lnTo>
                    <a:pt x="899448" y="1347"/>
                  </a:lnTo>
                  <a:lnTo>
                    <a:pt x="947036" y="5342"/>
                  </a:lnTo>
                  <a:lnTo>
                    <a:pt x="993846" y="11912"/>
                  </a:lnTo>
                  <a:lnTo>
                    <a:pt x="1039807" y="20985"/>
                  </a:lnTo>
                  <a:lnTo>
                    <a:pt x="1084845" y="32490"/>
                  </a:lnTo>
                  <a:lnTo>
                    <a:pt x="1128890" y="46355"/>
                  </a:lnTo>
                  <a:lnTo>
                    <a:pt x="1171869" y="62508"/>
                  </a:lnTo>
                  <a:lnTo>
                    <a:pt x="1213711" y="80876"/>
                  </a:lnTo>
                  <a:lnTo>
                    <a:pt x="1254343" y="101388"/>
                  </a:lnTo>
                  <a:lnTo>
                    <a:pt x="1293694" y="123973"/>
                  </a:lnTo>
                  <a:lnTo>
                    <a:pt x="1331692" y="148557"/>
                  </a:lnTo>
                  <a:lnTo>
                    <a:pt x="1368265" y="175070"/>
                  </a:lnTo>
                  <a:lnTo>
                    <a:pt x="1403341" y="203439"/>
                  </a:lnTo>
                  <a:lnTo>
                    <a:pt x="1436848" y="233593"/>
                  </a:lnTo>
                  <a:lnTo>
                    <a:pt x="1468714" y="265459"/>
                  </a:lnTo>
                  <a:lnTo>
                    <a:pt x="1498868" y="298966"/>
                  </a:lnTo>
                  <a:lnTo>
                    <a:pt x="1527237" y="334042"/>
                  </a:lnTo>
                  <a:lnTo>
                    <a:pt x="1553750" y="370615"/>
                  </a:lnTo>
                  <a:lnTo>
                    <a:pt x="1578334" y="408613"/>
                  </a:lnTo>
                  <a:lnTo>
                    <a:pt x="1600919" y="447964"/>
                  </a:lnTo>
                  <a:lnTo>
                    <a:pt x="1621431" y="488596"/>
                  </a:lnTo>
                  <a:lnTo>
                    <a:pt x="1639799" y="530438"/>
                  </a:lnTo>
                  <a:lnTo>
                    <a:pt x="1655952" y="573417"/>
                  </a:lnTo>
                  <a:lnTo>
                    <a:pt x="1669817" y="617462"/>
                  </a:lnTo>
                  <a:lnTo>
                    <a:pt x="1681322" y="662500"/>
                  </a:lnTo>
                  <a:lnTo>
                    <a:pt x="1690395" y="708461"/>
                  </a:lnTo>
                  <a:lnTo>
                    <a:pt x="1696965" y="755271"/>
                  </a:lnTo>
                  <a:lnTo>
                    <a:pt x="1700960" y="802859"/>
                  </a:lnTo>
                  <a:lnTo>
                    <a:pt x="1702308" y="851154"/>
                  </a:lnTo>
                  <a:lnTo>
                    <a:pt x="1700960" y="899448"/>
                  </a:lnTo>
                  <a:lnTo>
                    <a:pt x="1696965" y="947036"/>
                  </a:lnTo>
                  <a:lnTo>
                    <a:pt x="1690395" y="993846"/>
                  </a:lnTo>
                  <a:lnTo>
                    <a:pt x="1681322" y="1039807"/>
                  </a:lnTo>
                  <a:lnTo>
                    <a:pt x="1669817" y="1084845"/>
                  </a:lnTo>
                  <a:lnTo>
                    <a:pt x="1655952" y="1128890"/>
                  </a:lnTo>
                  <a:lnTo>
                    <a:pt x="1639799" y="1171869"/>
                  </a:lnTo>
                  <a:lnTo>
                    <a:pt x="1621431" y="1213711"/>
                  </a:lnTo>
                  <a:lnTo>
                    <a:pt x="1600919" y="1254343"/>
                  </a:lnTo>
                  <a:lnTo>
                    <a:pt x="1578334" y="1293694"/>
                  </a:lnTo>
                  <a:lnTo>
                    <a:pt x="1553750" y="1331692"/>
                  </a:lnTo>
                  <a:lnTo>
                    <a:pt x="1527237" y="1368265"/>
                  </a:lnTo>
                  <a:lnTo>
                    <a:pt x="1498868" y="1403341"/>
                  </a:lnTo>
                  <a:lnTo>
                    <a:pt x="1468714" y="1436848"/>
                  </a:lnTo>
                  <a:lnTo>
                    <a:pt x="1436848" y="1468714"/>
                  </a:lnTo>
                  <a:lnTo>
                    <a:pt x="1403341" y="1498868"/>
                  </a:lnTo>
                  <a:lnTo>
                    <a:pt x="1368265" y="1527237"/>
                  </a:lnTo>
                  <a:lnTo>
                    <a:pt x="1331692" y="1553750"/>
                  </a:lnTo>
                  <a:lnTo>
                    <a:pt x="1293694" y="1578334"/>
                  </a:lnTo>
                  <a:lnTo>
                    <a:pt x="1254343" y="1600919"/>
                  </a:lnTo>
                  <a:lnTo>
                    <a:pt x="1213711" y="1621431"/>
                  </a:lnTo>
                  <a:lnTo>
                    <a:pt x="1171869" y="1639799"/>
                  </a:lnTo>
                  <a:lnTo>
                    <a:pt x="1128890" y="1655952"/>
                  </a:lnTo>
                  <a:lnTo>
                    <a:pt x="1084845" y="1669817"/>
                  </a:lnTo>
                  <a:lnTo>
                    <a:pt x="1039807" y="1681322"/>
                  </a:lnTo>
                  <a:lnTo>
                    <a:pt x="993846" y="1690395"/>
                  </a:lnTo>
                  <a:lnTo>
                    <a:pt x="947036" y="1696965"/>
                  </a:lnTo>
                  <a:lnTo>
                    <a:pt x="899448" y="1700960"/>
                  </a:lnTo>
                  <a:lnTo>
                    <a:pt x="851154" y="1702308"/>
                  </a:lnTo>
                  <a:lnTo>
                    <a:pt x="802854" y="1700960"/>
                  </a:lnTo>
                  <a:lnTo>
                    <a:pt x="755262" y="1696965"/>
                  </a:lnTo>
                  <a:lnTo>
                    <a:pt x="708448" y="1690395"/>
                  </a:lnTo>
                  <a:lnTo>
                    <a:pt x="662485" y="1681322"/>
                  </a:lnTo>
                  <a:lnTo>
                    <a:pt x="617444" y="1669817"/>
                  </a:lnTo>
                  <a:lnTo>
                    <a:pt x="573397" y="1655952"/>
                  </a:lnTo>
                  <a:lnTo>
                    <a:pt x="530417" y="1639799"/>
                  </a:lnTo>
                  <a:lnTo>
                    <a:pt x="488574" y="1621431"/>
                  </a:lnTo>
                  <a:lnTo>
                    <a:pt x="447941" y="1600919"/>
                  </a:lnTo>
                  <a:lnTo>
                    <a:pt x="408590" y="1578334"/>
                  </a:lnTo>
                  <a:lnTo>
                    <a:pt x="370593" y="1553750"/>
                  </a:lnTo>
                  <a:lnTo>
                    <a:pt x="334020" y="1527237"/>
                  </a:lnTo>
                  <a:lnTo>
                    <a:pt x="298945" y="1498868"/>
                  </a:lnTo>
                  <a:lnTo>
                    <a:pt x="265439" y="1468714"/>
                  </a:lnTo>
                  <a:lnTo>
                    <a:pt x="233574" y="1436848"/>
                  </a:lnTo>
                  <a:lnTo>
                    <a:pt x="203422" y="1403341"/>
                  </a:lnTo>
                  <a:lnTo>
                    <a:pt x="175055" y="1368265"/>
                  </a:lnTo>
                  <a:lnTo>
                    <a:pt x="148543" y="1331692"/>
                  </a:lnTo>
                  <a:lnTo>
                    <a:pt x="123961" y="1293694"/>
                  </a:lnTo>
                  <a:lnTo>
                    <a:pt x="101378" y="1254343"/>
                  </a:lnTo>
                  <a:lnTo>
                    <a:pt x="80868" y="1213711"/>
                  </a:lnTo>
                  <a:lnTo>
                    <a:pt x="62501" y="1171869"/>
                  </a:lnTo>
                  <a:lnTo>
                    <a:pt x="46350" y="1128890"/>
                  </a:lnTo>
                  <a:lnTo>
                    <a:pt x="32487" y="1084845"/>
                  </a:lnTo>
                  <a:lnTo>
                    <a:pt x="20983" y="1039807"/>
                  </a:lnTo>
                  <a:lnTo>
                    <a:pt x="11910" y="993846"/>
                  </a:lnTo>
                  <a:lnTo>
                    <a:pt x="5341" y="947036"/>
                  </a:lnTo>
                  <a:lnTo>
                    <a:pt x="1347" y="899448"/>
                  </a:lnTo>
                  <a:lnTo>
                    <a:pt x="0" y="851154"/>
                  </a:lnTo>
                  <a:close/>
                </a:path>
              </a:pathLst>
            </a:custGeom>
            <a:ln w="27432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3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  <a:close/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  <a:close/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3460" y="0"/>
              <a:ext cx="8130540" cy="6858000"/>
            </a:xfrm>
            <a:custGeom>
              <a:avLst/>
              <a:gdLst/>
              <a:ahLst/>
              <a:cxnLst/>
              <a:rect l="l" t="t" r="r" b="b"/>
              <a:pathLst>
                <a:path w="8130540" h="6858000">
                  <a:moveTo>
                    <a:pt x="813054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0540" y="6858000"/>
                  </a:lnTo>
                  <a:lnTo>
                    <a:pt x="81305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162811" y="338327"/>
            <a:ext cx="4913630" cy="1221105"/>
            <a:chOff x="1162811" y="338327"/>
            <a:chExt cx="4913630" cy="1221105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62811" y="338327"/>
              <a:ext cx="1790700" cy="12207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25039" y="338327"/>
              <a:ext cx="909827" cy="12207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06395" y="338327"/>
              <a:ext cx="3669791" cy="1220724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514602" y="490854"/>
            <a:ext cx="421195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5" dirty="0"/>
              <a:t>Built-in</a:t>
            </a:r>
            <a:r>
              <a:rPr sz="4300" spc="-50" dirty="0"/>
              <a:t> </a:t>
            </a:r>
            <a:r>
              <a:rPr sz="4300" spc="-5" dirty="0"/>
              <a:t>Functions</a:t>
            </a:r>
            <a:endParaRPr sz="4300"/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47800" y="1447800"/>
            <a:ext cx="6829044" cy="1828800"/>
          </a:xfrm>
          <a:prstGeom prst="rect">
            <a:avLst/>
          </a:prstGeom>
        </p:spPr>
      </p:pic>
      <p:pic>
        <p:nvPicPr>
          <p:cNvPr id="20" name="Picture 19" descr="A black and red text&#10;&#10;Description automatically generated">
            <a:extLst>
              <a:ext uri="{FF2B5EF4-FFF2-40B4-BE49-F238E27FC236}">
                <a16:creationId xmlns:a16="http://schemas.microsoft.com/office/drawing/2014/main" id="{A515AC2D-7447-2A0B-80D9-C720D1C59BE1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8269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505" y="0"/>
                  </a:lnTo>
                  <a:lnTo>
                    <a:pt x="0" y="819150"/>
                  </a:lnTo>
                  <a:lnTo>
                    <a:pt x="48635" y="817759"/>
                  </a:lnTo>
                  <a:lnTo>
                    <a:pt x="96034" y="813638"/>
                  </a:lnTo>
                  <a:lnTo>
                    <a:pt x="142623" y="806864"/>
                  </a:lnTo>
                  <a:lnTo>
                    <a:pt x="188327" y="797514"/>
                  </a:lnTo>
                  <a:lnTo>
                    <a:pt x="233067" y="785664"/>
                  </a:lnTo>
                  <a:lnTo>
                    <a:pt x="276768" y="771391"/>
                  </a:lnTo>
                  <a:lnTo>
                    <a:pt x="319353" y="754772"/>
                  </a:lnTo>
                  <a:lnTo>
                    <a:pt x="360744" y="735885"/>
                  </a:lnTo>
                  <a:lnTo>
                    <a:pt x="400865" y="714805"/>
                  </a:lnTo>
                  <a:lnTo>
                    <a:pt x="439639" y="691610"/>
                  </a:lnTo>
                  <a:lnTo>
                    <a:pt x="476990" y="666377"/>
                  </a:lnTo>
                  <a:lnTo>
                    <a:pt x="512839" y="639182"/>
                  </a:lnTo>
                  <a:lnTo>
                    <a:pt x="547112" y="610102"/>
                  </a:lnTo>
                  <a:lnTo>
                    <a:pt x="579729" y="579215"/>
                  </a:lnTo>
                  <a:lnTo>
                    <a:pt x="610616" y="546596"/>
                  </a:lnTo>
                  <a:lnTo>
                    <a:pt x="639695" y="512323"/>
                  </a:lnTo>
                  <a:lnTo>
                    <a:pt x="666889" y="476473"/>
                  </a:lnTo>
                  <a:lnTo>
                    <a:pt x="692122" y="439123"/>
                  </a:lnTo>
                  <a:lnTo>
                    <a:pt x="715316" y="400349"/>
                  </a:lnTo>
                  <a:lnTo>
                    <a:pt x="736395" y="360228"/>
                  </a:lnTo>
                  <a:lnTo>
                    <a:pt x="755281" y="318837"/>
                  </a:lnTo>
                  <a:lnTo>
                    <a:pt x="771899" y="276253"/>
                  </a:lnTo>
                  <a:lnTo>
                    <a:pt x="786171" y="232553"/>
                  </a:lnTo>
                  <a:lnTo>
                    <a:pt x="798020" y="187814"/>
                  </a:lnTo>
                  <a:lnTo>
                    <a:pt x="807370" y="142112"/>
                  </a:lnTo>
                  <a:lnTo>
                    <a:pt x="814144" y="95524"/>
                  </a:lnTo>
                  <a:lnTo>
                    <a:pt x="818264" y="48128"/>
                  </a:lnTo>
                  <a:lnTo>
                    <a:pt x="819655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818264" y="48128"/>
                  </a:lnTo>
                  <a:lnTo>
                    <a:pt x="814144" y="95524"/>
                  </a:lnTo>
                  <a:lnTo>
                    <a:pt x="807370" y="142112"/>
                  </a:lnTo>
                  <a:lnTo>
                    <a:pt x="798020" y="187814"/>
                  </a:lnTo>
                  <a:lnTo>
                    <a:pt x="786171" y="232553"/>
                  </a:lnTo>
                  <a:lnTo>
                    <a:pt x="771899" y="276253"/>
                  </a:lnTo>
                  <a:lnTo>
                    <a:pt x="755281" y="318837"/>
                  </a:lnTo>
                  <a:lnTo>
                    <a:pt x="736395" y="360228"/>
                  </a:lnTo>
                  <a:lnTo>
                    <a:pt x="715316" y="400349"/>
                  </a:lnTo>
                  <a:lnTo>
                    <a:pt x="692122" y="439123"/>
                  </a:lnTo>
                  <a:lnTo>
                    <a:pt x="666889" y="476473"/>
                  </a:lnTo>
                  <a:lnTo>
                    <a:pt x="639695" y="512323"/>
                  </a:lnTo>
                  <a:lnTo>
                    <a:pt x="610616" y="546596"/>
                  </a:lnTo>
                  <a:lnTo>
                    <a:pt x="579729" y="579215"/>
                  </a:lnTo>
                  <a:lnTo>
                    <a:pt x="547112" y="610102"/>
                  </a:lnTo>
                  <a:lnTo>
                    <a:pt x="512839" y="639182"/>
                  </a:lnTo>
                  <a:lnTo>
                    <a:pt x="476990" y="666377"/>
                  </a:lnTo>
                  <a:lnTo>
                    <a:pt x="439639" y="691610"/>
                  </a:lnTo>
                  <a:lnTo>
                    <a:pt x="400865" y="714805"/>
                  </a:lnTo>
                  <a:lnTo>
                    <a:pt x="360744" y="735885"/>
                  </a:lnTo>
                  <a:lnTo>
                    <a:pt x="319353" y="754772"/>
                  </a:lnTo>
                  <a:lnTo>
                    <a:pt x="276768" y="771391"/>
                  </a:lnTo>
                  <a:lnTo>
                    <a:pt x="233067" y="785664"/>
                  </a:lnTo>
                  <a:lnTo>
                    <a:pt x="188327" y="797514"/>
                  </a:lnTo>
                  <a:lnTo>
                    <a:pt x="142623" y="806864"/>
                  </a:lnTo>
                  <a:lnTo>
                    <a:pt x="96034" y="813638"/>
                  </a:lnTo>
                  <a:lnTo>
                    <a:pt x="48635" y="817759"/>
                  </a:lnTo>
                  <a:lnTo>
                    <a:pt x="505" y="819150"/>
                  </a:lnTo>
                  <a:lnTo>
                    <a:pt x="336" y="819150"/>
                  </a:lnTo>
                  <a:lnTo>
                    <a:pt x="168" y="819150"/>
                  </a:lnTo>
                  <a:lnTo>
                    <a:pt x="0" y="819150"/>
                  </a:lnTo>
                  <a:lnTo>
                    <a:pt x="505" y="0"/>
                  </a:lnTo>
                  <a:lnTo>
                    <a:pt x="819655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460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9163" y="21335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10" y="708461"/>
                  </a:lnTo>
                  <a:lnTo>
                    <a:pt x="20983" y="662500"/>
                  </a:lnTo>
                  <a:lnTo>
                    <a:pt x="32487" y="617462"/>
                  </a:lnTo>
                  <a:lnTo>
                    <a:pt x="46350" y="573417"/>
                  </a:lnTo>
                  <a:lnTo>
                    <a:pt x="62501" y="530438"/>
                  </a:lnTo>
                  <a:lnTo>
                    <a:pt x="80868" y="488596"/>
                  </a:lnTo>
                  <a:lnTo>
                    <a:pt x="101378" y="447964"/>
                  </a:lnTo>
                  <a:lnTo>
                    <a:pt x="123961" y="408613"/>
                  </a:lnTo>
                  <a:lnTo>
                    <a:pt x="148543" y="370615"/>
                  </a:lnTo>
                  <a:lnTo>
                    <a:pt x="175055" y="334042"/>
                  </a:lnTo>
                  <a:lnTo>
                    <a:pt x="203422" y="298966"/>
                  </a:lnTo>
                  <a:lnTo>
                    <a:pt x="233574" y="265459"/>
                  </a:lnTo>
                  <a:lnTo>
                    <a:pt x="265439" y="233593"/>
                  </a:lnTo>
                  <a:lnTo>
                    <a:pt x="298945" y="203439"/>
                  </a:lnTo>
                  <a:lnTo>
                    <a:pt x="334020" y="175070"/>
                  </a:lnTo>
                  <a:lnTo>
                    <a:pt x="370593" y="148557"/>
                  </a:lnTo>
                  <a:lnTo>
                    <a:pt x="408590" y="123973"/>
                  </a:lnTo>
                  <a:lnTo>
                    <a:pt x="447941" y="101388"/>
                  </a:lnTo>
                  <a:lnTo>
                    <a:pt x="488574" y="80876"/>
                  </a:lnTo>
                  <a:lnTo>
                    <a:pt x="530417" y="62508"/>
                  </a:lnTo>
                  <a:lnTo>
                    <a:pt x="573397" y="46355"/>
                  </a:lnTo>
                  <a:lnTo>
                    <a:pt x="617444" y="32490"/>
                  </a:lnTo>
                  <a:lnTo>
                    <a:pt x="662485" y="20985"/>
                  </a:lnTo>
                  <a:lnTo>
                    <a:pt x="708448" y="11912"/>
                  </a:lnTo>
                  <a:lnTo>
                    <a:pt x="755262" y="5342"/>
                  </a:lnTo>
                  <a:lnTo>
                    <a:pt x="802854" y="1347"/>
                  </a:lnTo>
                  <a:lnTo>
                    <a:pt x="851154" y="0"/>
                  </a:lnTo>
                  <a:lnTo>
                    <a:pt x="899448" y="1347"/>
                  </a:lnTo>
                  <a:lnTo>
                    <a:pt x="947036" y="5342"/>
                  </a:lnTo>
                  <a:lnTo>
                    <a:pt x="993846" y="11912"/>
                  </a:lnTo>
                  <a:lnTo>
                    <a:pt x="1039807" y="20985"/>
                  </a:lnTo>
                  <a:lnTo>
                    <a:pt x="1084845" y="32490"/>
                  </a:lnTo>
                  <a:lnTo>
                    <a:pt x="1128890" y="46355"/>
                  </a:lnTo>
                  <a:lnTo>
                    <a:pt x="1171869" y="62508"/>
                  </a:lnTo>
                  <a:lnTo>
                    <a:pt x="1213711" y="80876"/>
                  </a:lnTo>
                  <a:lnTo>
                    <a:pt x="1254343" y="101388"/>
                  </a:lnTo>
                  <a:lnTo>
                    <a:pt x="1293694" y="123973"/>
                  </a:lnTo>
                  <a:lnTo>
                    <a:pt x="1331692" y="148557"/>
                  </a:lnTo>
                  <a:lnTo>
                    <a:pt x="1368265" y="175070"/>
                  </a:lnTo>
                  <a:lnTo>
                    <a:pt x="1403341" y="203439"/>
                  </a:lnTo>
                  <a:lnTo>
                    <a:pt x="1436848" y="233593"/>
                  </a:lnTo>
                  <a:lnTo>
                    <a:pt x="1468714" y="265459"/>
                  </a:lnTo>
                  <a:lnTo>
                    <a:pt x="1498868" y="298966"/>
                  </a:lnTo>
                  <a:lnTo>
                    <a:pt x="1527237" y="334042"/>
                  </a:lnTo>
                  <a:lnTo>
                    <a:pt x="1553750" y="370615"/>
                  </a:lnTo>
                  <a:lnTo>
                    <a:pt x="1578334" y="408613"/>
                  </a:lnTo>
                  <a:lnTo>
                    <a:pt x="1600919" y="447964"/>
                  </a:lnTo>
                  <a:lnTo>
                    <a:pt x="1621431" y="488596"/>
                  </a:lnTo>
                  <a:lnTo>
                    <a:pt x="1639799" y="530438"/>
                  </a:lnTo>
                  <a:lnTo>
                    <a:pt x="1655952" y="573417"/>
                  </a:lnTo>
                  <a:lnTo>
                    <a:pt x="1669817" y="617462"/>
                  </a:lnTo>
                  <a:lnTo>
                    <a:pt x="1681322" y="662500"/>
                  </a:lnTo>
                  <a:lnTo>
                    <a:pt x="1690395" y="708461"/>
                  </a:lnTo>
                  <a:lnTo>
                    <a:pt x="1696965" y="755271"/>
                  </a:lnTo>
                  <a:lnTo>
                    <a:pt x="1700960" y="802859"/>
                  </a:lnTo>
                  <a:lnTo>
                    <a:pt x="1702308" y="851154"/>
                  </a:lnTo>
                  <a:lnTo>
                    <a:pt x="1700960" y="899448"/>
                  </a:lnTo>
                  <a:lnTo>
                    <a:pt x="1696965" y="947036"/>
                  </a:lnTo>
                  <a:lnTo>
                    <a:pt x="1690395" y="993846"/>
                  </a:lnTo>
                  <a:lnTo>
                    <a:pt x="1681322" y="1039807"/>
                  </a:lnTo>
                  <a:lnTo>
                    <a:pt x="1669817" y="1084845"/>
                  </a:lnTo>
                  <a:lnTo>
                    <a:pt x="1655952" y="1128890"/>
                  </a:lnTo>
                  <a:lnTo>
                    <a:pt x="1639799" y="1171869"/>
                  </a:lnTo>
                  <a:lnTo>
                    <a:pt x="1621431" y="1213711"/>
                  </a:lnTo>
                  <a:lnTo>
                    <a:pt x="1600919" y="1254343"/>
                  </a:lnTo>
                  <a:lnTo>
                    <a:pt x="1578334" y="1293694"/>
                  </a:lnTo>
                  <a:lnTo>
                    <a:pt x="1553750" y="1331692"/>
                  </a:lnTo>
                  <a:lnTo>
                    <a:pt x="1527237" y="1368265"/>
                  </a:lnTo>
                  <a:lnTo>
                    <a:pt x="1498868" y="1403341"/>
                  </a:lnTo>
                  <a:lnTo>
                    <a:pt x="1468714" y="1436848"/>
                  </a:lnTo>
                  <a:lnTo>
                    <a:pt x="1436848" y="1468714"/>
                  </a:lnTo>
                  <a:lnTo>
                    <a:pt x="1403341" y="1498868"/>
                  </a:lnTo>
                  <a:lnTo>
                    <a:pt x="1368265" y="1527237"/>
                  </a:lnTo>
                  <a:lnTo>
                    <a:pt x="1331692" y="1553750"/>
                  </a:lnTo>
                  <a:lnTo>
                    <a:pt x="1293694" y="1578334"/>
                  </a:lnTo>
                  <a:lnTo>
                    <a:pt x="1254343" y="1600919"/>
                  </a:lnTo>
                  <a:lnTo>
                    <a:pt x="1213711" y="1621431"/>
                  </a:lnTo>
                  <a:lnTo>
                    <a:pt x="1171869" y="1639799"/>
                  </a:lnTo>
                  <a:lnTo>
                    <a:pt x="1128890" y="1655952"/>
                  </a:lnTo>
                  <a:lnTo>
                    <a:pt x="1084845" y="1669817"/>
                  </a:lnTo>
                  <a:lnTo>
                    <a:pt x="1039807" y="1681322"/>
                  </a:lnTo>
                  <a:lnTo>
                    <a:pt x="993846" y="1690395"/>
                  </a:lnTo>
                  <a:lnTo>
                    <a:pt x="947036" y="1696965"/>
                  </a:lnTo>
                  <a:lnTo>
                    <a:pt x="899448" y="1700960"/>
                  </a:lnTo>
                  <a:lnTo>
                    <a:pt x="851154" y="1702308"/>
                  </a:lnTo>
                  <a:lnTo>
                    <a:pt x="802854" y="1700960"/>
                  </a:lnTo>
                  <a:lnTo>
                    <a:pt x="755262" y="1696965"/>
                  </a:lnTo>
                  <a:lnTo>
                    <a:pt x="708448" y="1690395"/>
                  </a:lnTo>
                  <a:lnTo>
                    <a:pt x="662485" y="1681322"/>
                  </a:lnTo>
                  <a:lnTo>
                    <a:pt x="617444" y="1669817"/>
                  </a:lnTo>
                  <a:lnTo>
                    <a:pt x="573397" y="1655952"/>
                  </a:lnTo>
                  <a:lnTo>
                    <a:pt x="530417" y="1639799"/>
                  </a:lnTo>
                  <a:lnTo>
                    <a:pt x="488574" y="1621431"/>
                  </a:lnTo>
                  <a:lnTo>
                    <a:pt x="447941" y="1600919"/>
                  </a:lnTo>
                  <a:lnTo>
                    <a:pt x="408590" y="1578334"/>
                  </a:lnTo>
                  <a:lnTo>
                    <a:pt x="370593" y="1553750"/>
                  </a:lnTo>
                  <a:lnTo>
                    <a:pt x="334020" y="1527237"/>
                  </a:lnTo>
                  <a:lnTo>
                    <a:pt x="298945" y="1498868"/>
                  </a:lnTo>
                  <a:lnTo>
                    <a:pt x="265439" y="1468714"/>
                  </a:lnTo>
                  <a:lnTo>
                    <a:pt x="233574" y="1436848"/>
                  </a:lnTo>
                  <a:lnTo>
                    <a:pt x="203422" y="1403341"/>
                  </a:lnTo>
                  <a:lnTo>
                    <a:pt x="175055" y="1368265"/>
                  </a:lnTo>
                  <a:lnTo>
                    <a:pt x="148543" y="1331692"/>
                  </a:lnTo>
                  <a:lnTo>
                    <a:pt x="123961" y="1293694"/>
                  </a:lnTo>
                  <a:lnTo>
                    <a:pt x="101378" y="1254343"/>
                  </a:lnTo>
                  <a:lnTo>
                    <a:pt x="80868" y="1213711"/>
                  </a:lnTo>
                  <a:lnTo>
                    <a:pt x="62501" y="1171869"/>
                  </a:lnTo>
                  <a:lnTo>
                    <a:pt x="46350" y="1128890"/>
                  </a:lnTo>
                  <a:lnTo>
                    <a:pt x="32487" y="1084845"/>
                  </a:lnTo>
                  <a:lnTo>
                    <a:pt x="20983" y="1039807"/>
                  </a:lnTo>
                  <a:lnTo>
                    <a:pt x="11910" y="993846"/>
                  </a:lnTo>
                  <a:lnTo>
                    <a:pt x="5341" y="947036"/>
                  </a:lnTo>
                  <a:lnTo>
                    <a:pt x="1347" y="899448"/>
                  </a:lnTo>
                  <a:lnTo>
                    <a:pt x="0" y="851154"/>
                  </a:lnTo>
                  <a:close/>
                </a:path>
              </a:pathLst>
            </a:custGeom>
            <a:ln w="27432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3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  <a:close/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  <a:close/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3460" y="0"/>
              <a:ext cx="8130540" cy="6858000"/>
            </a:xfrm>
            <a:custGeom>
              <a:avLst/>
              <a:gdLst/>
              <a:ahLst/>
              <a:cxnLst/>
              <a:rect l="l" t="t" r="r" b="b"/>
              <a:pathLst>
                <a:path w="8130540" h="6858000">
                  <a:moveTo>
                    <a:pt x="813054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0540" y="6858000"/>
                  </a:lnTo>
                  <a:lnTo>
                    <a:pt x="81305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62811" y="338327"/>
            <a:ext cx="5643372" cy="122072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514602" y="490854"/>
            <a:ext cx="493903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b="1" spc="-5" dirty="0">
                <a:latin typeface="Arial"/>
                <a:cs typeface="Arial"/>
              </a:rPr>
              <a:t>Syntax</a:t>
            </a:r>
            <a:r>
              <a:rPr sz="4300" b="1" spc="-30" dirty="0">
                <a:latin typeface="Arial"/>
                <a:cs typeface="Arial"/>
              </a:rPr>
              <a:t> </a:t>
            </a:r>
            <a:r>
              <a:rPr sz="4300" b="1" spc="-5" dirty="0">
                <a:latin typeface="Arial"/>
                <a:cs typeface="Arial"/>
              </a:rPr>
              <a:t>of Function</a:t>
            </a:r>
            <a:endParaRPr sz="430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76400" y="1447800"/>
            <a:ext cx="5734811" cy="1143000"/>
          </a:xfrm>
          <a:prstGeom prst="rect">
            <a:avLst/>
          </a:prstGeom>
        </p:spPr>
      </p:pic>
      <p:pic>
        <p:nvPicPr>
          <p:cNvPr id="16" name="Picture 15" descr="A black and red text&#10;&#10;Description automatically generated">
            <a:extLst>
              <a:ext uri="{FF2B5EF4-FFF2-40B4-BE49-F238E27FC236}">
                <a16:creationId xmlns:a16="http://schemas.microsoft.com/office/drawing/2014/main" id="{797A3840-C5C2-A613-587E-D89D5BBC6B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8269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505" y="0"/>
                  </a:lnTo>
                  <a:lnTo>
                    <a:pt x="0" y="819150"/>
                  </a:lnTo>
                  <a:lnTo>
                    <a:pt x="48635" y="817759"/>
                  </a:lnTo>
                  <a:lnTo>
                    <a:pt x="96034" y="813638"/>
                  </a:lnTo>
                  <a:lnTo>
                    <a:pt x="142623" y="806864"/>
                  </a:lnTo>
                  <a:lnTo>
                    <a:pt x="188327" y="797514"/>
                  </a:lnTo>
                  <a:lnTo>
                    <a:pt x="233067" y="785664"/>
                  </a:lnTo>
                  <a:lnTo>
                    <a:pt x="276768" y="771391"/>
                  </a:lnTo>
                  <a:lnTo>
                    <a:pt x="319353" y="754772"/>
                  </a:lnTo>
                  <a:lnTo>
                    <a:pt x="360744" y="735885"/>
                  </a:lnTo>
                  <a:lnTo>
                    <a:pt x="400865" y="714805"/>
                  </a:lnTo>
                  <a:lnTo>
                    <a:pt x="439639" y="691610"/>
                  </a:lnTo>
                  <a:lnTo>
                    <a:pt x="476990" y="666377"/>
                  </a:lnTo>
                  <a:lnTo>
                    <a:pt x="512839" y="639182"/>
                  </a:lnTo>
                  <a:lnTo>
                    <a:pt x="547112" y="610102"/>
                  </a:lnTo>
                  <a:lnTo>
                    <a:pt x="579729" y="579215"/>
                  </a:lnTo>
                  <a:lnTo>
                    <a:pt x="610616" y="546596"/>
                  </a:lnTo>
                  <a:lnTo>
                    <a:pt x="639695" y="512323"/>
                  </a:lnTo>
                  <a:lnTo>
                    <a:pt x="666889" y="476473"/>
                  </a:lnTo>
                  <a:lnTo>
                    <a:pt x="692122" y="439123"/>
                  </a:lnTo>
                  <a:lnTo>
                    <a:pt x="715316" y="400349"/>
                  </a:lnTo>
                  <a:lnTo>
                    <a:pt x="736395" y="360228"/>
                  </a:lnTo>
                  <a:lnTo>
                    <a:pt x="755281" y="318837"/>
                  </a:lnTo>
                  <a:lnTo>
                    <a:pt x="771899" y="276253"/>
                  </a:lnTo>
                  <a:lnTo>
                    <a:pt x="786171" y="232553"/>
                  </a:lnTo>
                  <a:lnTo>
                    <a:pt x="798020" y="187814"/>
                  </a:lnTo>
                  <a:lnTo>
                    <a:pt x="807370" y="142112"/>
                  </a:lnTo>
                  <a:lnTo>
                    <a:pt x="814144" y="95524"/>
                  </a:lnTo>
                  <a:lnTo>
                    <a:pt x="818264" y="48128"/>
                  </a:lnTo>
                  <a:lnTo>
                    <a:pt x="819655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818264" y="48128"/>
                  </a:lnTo>
                  <a:lnTo>
                    <a:pt x="814144" y="95524"/>
                  </a:lnTo>
                  <a:lnTo>
                    <a:pt x="807370" y="142112"/>
                  </a:lnTo>
                  <a:lnTo>
                    <a:pt x="798020" y="187814"/>
                  </a:lnTo>
                  <a:lnTo>
                    <a:pt x="786171" y="232553"/>
                  </a:lnTo>
                  <a:lnTo>
                    <a:pt x="771899" y="276253"/>
                  </a:lnTo>
                  <a:lnTo>
                    <a:pt x="755281" y="318837"/>
                  </a:lnTo>
                  <a:lnTo>
                    <a:pt x="736395" y="360228"/>
                  </a:lnTo>
                  <a:lnTo>
                    <a:pt x="715316" y="400349"/>
                  </a:lnTo>
                  <a:lnTo>
                    <a:pt x="692122" y="439123"/>
                  </a:lnTo>
                  <a:lnTo>
                    <a:pt x="666889" y="476473"/>
                  </a:lnTo>
                  <a:lnTo>
                    <a:pt x="639695" y="512323"/>
                  </a:lnTo>
                  <a:lnTo>
                    <a:pt x="610616" y="546596"/>
                  </a:lnTo>
                  <a:lnTo>
                    <a:pt x="579729" y="579215"/>
                  </a:lnTo>
                  <a:lnTo>
                    <a:pt x="547112" y="610102"/>
                  </a:lnTo>
                  <a:lnTo>
                    <a:pt x="512839" y="639182"/>
                  </a:lnTo>
                  <a:lnTo>
                    <a:pt x="476990" y="666377"/>
                  </a:lnTo>
                  <a:lnTo>
                    <a:pt x="439639" y="691610"/>
                  </a:lnTo>
                  <a:lnTo>
                    <a:pt x="400865" y="714805"/>
                  </a:lnTo>
                  <a:lnTo>
                    <a:pt x="360744" y="735885"/>
                  </a:lnTo>
                  <a:lnTo>
                    <a:pt x="319353" y="754772"/>
                  </a:lnTo>
                  <a:lnTo>
                    <a:pt x="276768" y="771391"/>
                  </a:lnTo>
                  <a:lnTo>
                    <a:pt x="233067" y="785664"/>
                  </a:lnTo>
                  <a:lnTo>
                    <a:pt x="188327" y="797514"/>
                  </a:lnTo>
                  <a:lnTo>
                    <a:pt x="142623" y="806864"/>
                  </a:lnTo>
                  <a:lnTo>
                    <a:pt x="96034" y="813638"/>
                  </a:lnTo>
                  <a:lnTo>
                    <a:pt x="48635" y="817759"/>
                  </a:lnTo>
                  <a:lnTo>
                    <a:pt x="505" y="819150"/>
                  </a:lnTo>
                  <a:lnTo>
                    <a:pt x="336" y="819150"/>
                  </a:lnTo>
                  <a:lnTo>
                    <a:pt x="168" y="819150"/>
                  </a:lnTo>
                  <a:lnTo>
                    <a:pt x="0" y="819150"/>
                  </a:lnTo>
                  <a:lnTo>
                    <a:pt x="505" y="0"/>
                  </a:lnTo>
                  <a:lnTo>
                    <a:pt x="819655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460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9163" y="21335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10" y="708461"/>
                  </a:lnTo>
                  <a:lnTo>
                    <a:pt x="20983" y="662500"/>
                  </a:lnTo>
                  <a:lnTo>
                    <a:pt x="32487" y="617462"/>
                  </a:lnTo>
                  <a:lnTo>
                    <a:pt x="46350" y="573417"/>
                  </a:lnTo>
                  <a:lnTo>
                    <a:pt x="62501" y="530438"/>
                  </a:lnTo>
                  <a:lnTo>
                    <a:pt x="80868" y="488596"/>
                  </a:lnTo>
                  <a:lnTo>
                    <a:pt x="101378" y="447964"/>
                  </a:lnTo>
                  <a:lnTo>
                    <a:pt x="123961" y="408613"/>
                  </a:lnTo>
                  <a:lnTo>
                    <a:pt x="148543" y="370615"/>
                  </a:lnTo>
                  <a:lnTo>
                    <a:pt x="175055" y="334042"/>
                  </a:lnTo>
                  <a:lnTo>
                    <a:pt x="203422" y="298966"/>
                  </a:lnTo>
                  <a:lnTo>
                    <a:pt x="233574" y="265459"/>
                  </a:lnTo>
                  <a:lnTo>
                    <a:pt x="265439" y="233593"/>
                  </a:lnTo>
                  <a:lnTo>
                    <a:pt x="298945" y="203439"/>
                  </a:lnTo>
                  <a:lnTo>
                    <a:pt x="334020" y="175070"/>
                  </a:lnTo>
                  <a:lnTo>
                    <a:pt x="370593" y="148557"/>
                  </a:lnTo>
                  <a:lnTo>
                    <a:pt x="408590" y="123973"/>
                  </a:lnTo>
                  <a:lnTo>
                    <a:pt x="447941" y="101388"/>
                  </a:lnTo>
                  <a:lnTo>
                    <a:pt x="488574" y="80876"/>
                  </a:lnTo>
                  <a:lnTo>
                    <a:pt x="530417" y="62508"/>
                  </a:lnTo>
                  <a:lnTo>
                    <a:pt x="573397" y="46355"/>
                  </a:lnTo>
                  <a:lnTo>
                    <a:pt x="617444" y="32490"/>
                  </a:lnTo>
                  <a:lnTo>
                    <a:pt x="662485" y="20985"/>
                  </a:lnTo>
                  <a:lnTo>
                    <a:pt x="708448" y="11912"/>
                  </a:lnTo>
                  <a:lnTo>
                    <a:pt x="755262" y="5342"/>
                  </a:lnTo>
                  <a:lnTo>
                    <a:pt x="802854" y="1347"/>
                  </a:lnTo>
                  <a:lnTo>
                    <a:pt x="851154" y="0"/>
                  </a:lnTo>
                  <a:lnTo>
                    <a:pt x="899448" y="1347"/>
                  </a:lnTo>
                  <a:lnTo>
                    <a:pt x="947036" y="5342"/>
                  </a:lnTo>
                  <a:lnTo>
                    <a:pt x="993846" y="11912"/>
                  </a:lnTo>
                  <a:lnTo>
                    <a:pt x="1039807" y="20985"/>
                  </a:lnTo>
                  <a:lnTo>
                    <a:pt x="1084845" y="32490"/>
                  </a:lnTo>
                  <a:lnTo>
                    <a:pt x="1128890" y="46355"/>
                  </a:lnTo>
                  <a:lnTo>
                    <a:pt x="1171869" y="62508"/>
                  </a:lnTo>
                  <a:lnTo>
                    <a:pt x="1213711" y="80876"/>
                  </a:lnTo>
                  <a:lnTo>
                    <a:pt x="1254343" y="101388"/>
                  </a:lnTo>
                  <a:lnTo>
                    <a:pt x="1293694" y="123973"/>
                  </a:lnTo>
                  <a:lnTo>
                    <a:pt x="1331692" y="148557"/>
                  </a:lnTo>
                  <a:lnTo>
                    <a:pt x="1368265" y="175070"/>
                  </a:lnTo>
                  <a:lnTo>
                    <a:pt x="1403341" y="203439"/>
                  </a:lnTo>
                  <a:lnTo>
                    <a:pt x="1436848" y="233593"/>
                  </a:lnTo>
                  <a:lnTo>
                    <a:pt x="1468714" y="265459"/>
                  </a:lnTo>
                  <a:lnTo>
                    <a:pt x="1498868" y="298966"/>
                  </a:lnTo>
                  <a:lnTo>
                    <a:pt x="1527237" y="334042"/>
                  </a:lnTo>
                  <a:lnTo>
                    <a:pt x="1553750" y="370615"/>
                  </a:lnTo>
                  <a:lnTo>
                    <a:pt x="1578334" y="408613"/>
                  </a:lnTo>
                  <a:lnTo>
                    <a:pt x="1600919" y="447964"/>
                  </a:lnTo>
                  <a:lnTo>
                    <a:pt x="1621431" y="488596"/>
                  </a:lnTo>
                  <a:lnTo>
                    <a:pt x="1639799" y="530438"/>
                  </a:lnTo>
                  <a:lnTo>
                    <a:pt x="1655952" y="573417"/>
                  </a:lnTo>
                  <a:lnTo>
                    <a:pt x="1669817" y="617462"/>
                  </a:lnTo>
                  <a:lnTo>
                    <a:pt x="1681322" y="662500"/>
                  </a:lnTo>
                  <a:lnTo>
                    <a:pt x="1690395" y="708461"/>
                  </a:lnTo>
                  <a:lnTo>
                    <a:pt x="1696965" y="755271"/>
                  </a:lnTo>
                  <a:lnTo>
                    <a:pt x="1700960" y="802859"/>
                  </a:lnTo>
                  <a:lnTo>
                    <a:pt x="1702308" y="851154"/>
                  </a:lnTo>
                  <a:lnTo>
                    <a:pt x="1700960" y="899448"/>
                  </a:lnTo>
                  <a:lnTo>
                    <a:pt x="1696965" y="947036"/>
                  </a:lnTo>
                  <a:lnTo>
                    <a:pt x="1690395" y="993846"/>
                  </a:lnTo>
                  <a:lnTo>
                    <a:pt x="1681322" y="1039807"/>
                  </a:lnTo>
                  <a:lnTo>
                    <a:pt x="1669817" y="1084845"/>
                  </a:lnTo>
                  <a:lnTo>
                    <a:pt x="1655952" y="1128890"/>
                  </a:lnTo>
                  <a:lnTo>
                    <a:pt x="1639799" y="1171869"/>
                  </a:lnTo>
                  <a:lnTo>
                    <a:pt x="1621431" y="1213711"/>
                  </a:lnTo>
                  <a:lnTo>
                    <a:pt x="1600919" y="1254343"/>
                  </a:lnTo>
                  <a:lnTo>
                    <a:pt x="1578334" y="1293694"/>
                  </a:lnTo>
                  <a:lnTo>
                    <a:pt x="1553750" y="1331692"/>
                  </a:lnTo>
                  <a:lnTo>
                    <a:pt x="1527237" y="1368265"/>
                  </a:lnTo>
                  <a:lnTo>
                    <a:pt x="1498868" y="1403341"/>
                  </a:lnTo>
                  <a:lnTo>
                    <a:pt x="1468714" y="1436848"/>
                  </a:lnTo>
                  <a:lnTo>
                    <a:pt x="1436848" y="1468714"/>
                  </a:lnTo>
                  <a:lnTo>
                    <a:pt x="1403341" y="1498868"/>
                  </a:lnTo>
                  <a:lnTo>
                    <a:pt x="1368265" y="1527237"/>
                  </a:lnTo>
                  <a:lnTo>
                    <a:pt x="1331692" y="1553750"/>
                  </a:lnTo>
                  <a:lnTo>
                    <a:pt x="1293694" y="1578334"/>
                  </a:lnTo>
                  <a:lnTo>
                    <a:pt x="1254343" y="1600919"/>
                  </a:lnTo>
                  <a:lnTo>
                    <a:pt x="1213711" y="1621431"/>
                  </a:lnTo>
                  <a:lnTo>
                    <a:pt x="1171869" y="1639799"/>
                  </a:lnTo>
                  <a:lnTo>
                    <a:pt x="1128890" y="1655952"/>
                  </a:lnTo>
                  <a:lnTo>
                    <a:pt x="1084845" y="1669817"/>
                  </a:lnTo>
                  <a:lnTo>
                    <a:pt x="1039807" y="1681322"/>
                  </a:lnTo>
                  <a:lnTo>
                    <a:pt x="993846" y="1690395"/>
                  </a:lnTo>
                  <a:lnTo>
                    <a:pt x="947036" y="1696965"/>
                  </a:lnTo>
                  <a:lnTo>
                    <a:pt x="899448" y="1700960"/>
                  </a:lnTo>
                  <a:lnTo>
                    <a:pt x="851154" y="1702308"/>
                  </a:lnTo>
                  <a:lnTo>
                    <a:pt x="802854" y="1700960"/>
                  </a:lnTo>
                  <a:lnTo>
                    <a:pt x="755262" y="1696965"/>
                  </a:lnTo>
                  <a:lnTo>
                    <a:pt x="708448" y="1690395"/>
                  </a:lnTo>
                  <a:lnTo>
                    <a:pt x="662485" y="1681322"/>
                  </a:lnTo>
                  <a:lnTo>
                    <a:pt x="617444" y="1669817"/>
                  </a:lnTo>
                  <a:lnTo>
                    <a:pt x="573397" y="1655952"/>
                  </a:lnTo>
                  <a:lnTo>
                    <a:pt x="530417" y="1639799"/>
                  </a:lnTo>
                  <a:lnTo>
                    <a:pt x="488574" y="1621431"/>
                  </a:lnTo>
                  <a:lnTo>
                    <a:pt x="447941" y="1600919"/>
                  </a:lnTo>
                  <a:lnTo>
                    <a:pt x="408590" y="1578334"/>
                  </a:lnTo>
                  <a:lnTo>
                    <a:pt x="370593" y="1553750"/>
                  </a:lnTo>
                  <a:lnTo>
                    <a:pt x="334020" y="1527237"/>
                  </a:lnTo>
                  <a:lnTo>
                    <a:pt x="298945" y="1498868"/>
                  </a:lnTo>
                  <a:lnTo>
                    <a:pt x="265439" y="1468714"/>
                  </a:lnTo>
                  <a:lnTo>
                    <a:pt x="233574" y="1436848"/>
                  </a:lnTo>
                  <a:lnTo>
                    <a:pt x="203422" y="1403341"/>
                  </a:lnTo>
                  <a:lnTo>
                    <a:pt x="175055" y="1368265"/>
                  </a:lnTo>
                  <a:lnTo>
                    <a:pt x="148543" y="1331692"/>
                  </a:lnTo>
                  <a:lnTo>
                    <a:pt x="123961" y="1293694"/>
                  </a:lnTo>
                  <a:lnTo>
                    <a:pt x="101378" y="1254343"/>
                  </a:lnTo>
                  <a:lnTo>
                    <a:pt x="80868" y="1213711"/>
                  </a:lnTo>
                  <a:lnTo>
                    <a:pt x="62501" y="1171869"/>
                  </a:lnTo>
                  <a:lnTo>
                    <a:pt x="46350" y="1128890"/>
                  </a:lnTo>
                  <a:lnTo>
                    <a:pt x="32487" y="1084845"/>
                  </a:lnTo>
                  <a:lnTo>
                    <a:pt x="20983" y="1039807"/>
                  </a:lnTo>
                  <a:lnTo>
                    <a:pt x="11910" y="993846"/>
                  </a:lnTo>
                  <a:lnTo>
                    <a:pt x="5341" y="947036"/>
                  </a:lnTo>
                  <a:lnTo>
                    <a:pt x="1347" y="899448"/>
                  </a:lnTo>
                  <a:lnTo>
                    <a:pt x="0" y="851154"/>
                  </a:lnTo>
                  <a:close/>
                </a:path>
              </a:pathLst>
            </a:custGeom>
            <a:ln w="27432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3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  <a:close/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  <a:close/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3460" y="0"/>
              <a:ext cx="8130540" cy="6858000"/>
            </a:xfrm>
            <a:custGeom>
              <a:avLst/>
              <a:gdLst/>
              <a:ahLst/>
              <a:cxnLst/>
              <a:rect l="l" t="t" r="r" b="b"/>
              <a:pathLst>
                <a:path w="8130540" h="6858000">
                  <a:moveTo>
                    <a:pt x="813054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0540" y="6858000"/>
                  </a:lnTo>
                  <a:lnTo>
                    <a:pt x="81305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62811" y="338327"/>
            <a:ext cx="5245608" cy="122072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514602" y="490854"/>
            <a:ext cx="454215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5" dirty="0"/>
              <a:t>Defining</a:t>
            </a:r>
            <a:r>
              <a:rPr sz="4300" spc="-40" dirty="0"/>
              <a:t> </a:t>
            </a:r>
            <a:r>
              <a:rPr sz="4300" spc="-5" dirty="0"/>
              <a:t>a</a:t>
            </a:r>
            <a:r>
              <a:rPr sz="4300" spc="-40" dirty="0"/>
              <a:t> </a:t>
            </a:r>
            <a:r>
              <a:rPr sz="4300" spc="-5" dirty="0"/>
              <a:t>function</a:t>
            </a:r>
            <a:endParaRPr sz="4300"/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00200" y="1524000"/>
            <a:ext cx="5943600" cy="914400"/>
          </a:xfrm>
          <a:prstGeom prst="rect">
            <a:avLst/>
          </a:prstGeom>
        </p:spPr>
      </p:pic>
      <p:pic>
        <p:nvPicPr>
          <p:cNvPr id="17" name="Picture 16" descr="A black and red text&#10;&#10;Description automatically generated">
            <a:extLst>
              <a:ext uri="{FF2B5EF4-FFF2-40B4-BE49-F238E27FC236}">
                <a16:creationId xmlns:a16="http://schemas.microsoft.com/office/drawing/2014/main" id="{4E4C5868-4B60-8678-E8F1-5129579B19F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8269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505" y="0"/>
                  </a:lnTo>
                  <a:lnTo>
                    <a:pt x="0" y="819150"/>
                  </a:lnTo>
                  <a:lnTo>
                    <a:pt x="48635" y="817759"/>
                  </a:lnTo>
                  <a:lnTo>
                    <a:pt x="96034" y="813638"/>
                  </a:lnTo>
                  <a:lnTo>
                    <a:pt x="142623" y="806864"/>
                  </a:lnTo>
                  <a:lnTo>
                    <a:pt x="188327" y="797514"/>
                  </a:lnTo>
                  <a:lnTo>
                    <a:pt x="233067" y="785664"/>
                  </a:lnTo>
                  <a:lnTo>
                    <a:pt x="276768" y="771391"/>
                  </a:lnTo>
                  <a:lnTo>
                    <a:pt x="319353" y="754772"/>
                  </a:lnTo>
                  <a:lnTo>
                    <a:pt x="360744" y="735885"/>
                  </a:lnTo>
                  <a:lnTo>
                    <a:pt x="400865" y="714805"/>
                  </a:lnTo>
                  <a:lnTo>
                    <a:pt x="439639" y="691610"/>
                  </a:lnTo>
                  <a:lnTo>
                    <a:pt x="476990" y="666377"/>
                  </a:lnTo>
                  <a:lnTo>
                    <a:pt x="512839" y="639182"/>
                  </a:lnTo>
                  <a:lnTo>
                    <a:pt x="547112" y="610102"/>
                  </a:lnTo>
                  <a:lnTo>
                    <a:pt x="579729" y="579215"/>
                  </a:lnTo>
                  <a:lnTo>
                    <a:pt x="610616" y="546596"/>
                  </a:lnTo>
                  <a:lnTo>
                    <a:pt x="639695" y="512323"/>
                  </a:lnTo>
                  <a:lnTo>
                    <a:pt x="666889" y="476473"/>
                  </a:lnTo>
                  <a:lnTo>
                    <a:pt x="692122" y="439123"/>
                  </a:lnTo>
                  <a:lnTo>
                    <a:pt x="715316" y="400349"/>
                  </a:lnTo>
                  <a:lnTo>
                    <a:pt x="736395" y="360228"/>
                  </a:lnTo>
                  <a:lnTo>
                    <a:pt x="755281" y="318837"/>
                  </a:lnTo>
                  <a:lnTo>
                    <a:pt x="771899" y="276253"/>
                  </a:lnTo>
                  <a:lnTo>
                    <a:pt x="786171" y="232553"/>
                  </a:lnTo>
                  <a:lnTo>
                    <a:pt x="798020" y="187814"/>
                  </a:lnTo>
                  <a:lnTo>
                    <a:pt x="807370" y="142112"/>
                  </a:lnTo>
                  <a:lnTo>
                    <a:pt x="814144" y="95524"/>
                  </a:lnTo>
                  <a:lnTo>
                    <a:pt x="818264" y="48128"/>
                  </a:lnTo>
                  <a:lnTo>
                    <a:pt x="819655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818264" y="48128"/>
                  </a:lnTo>
                  <a:lnTo>
                    <a:pt x="814144" y="95524"/>
                  </a:lnTo>
                  <a:lnTo>
                    <a:pt x="807370" y="142112"/>
                  </a:lnTo>
                  <a:lnTo>
                    <a:pt x="798020" y="187814"/>
                  </a:lnTo>
                  <a:lnTo>
                    <a:pt x="786171" y="232553"/>
                  </a:lnTo>
                  <a:lnTo>
                    <a:pt x="771899" y="276253"/>
                  </a:lnTo>
                  <a:lnTo>
                    <a:pt x="755281" y="318837"/>
                  </a:lnTo>
                  <a:lnTo>
                    <a:pt x="736395" y="360228"/>
                  </a:lnTo>
                  <a:lnTo>
                    <a:pt x="715316" y="400349"/>
                  </a:lnTo>
                  <a:lnTo>
                    <a:pt x="692122" y="439123"/>
                  </a:lnTo>
                  <a:lnTo>
                    <a:pt x="666889" y="476473"/>
                  </a:lnTo>
                  <a:lnTo>
                    <a:pt x="639695" y="512323"/>
                  </a:lnTo>
                  <a:lnTo>
                    <a:pt x="610616" y="546596"/>
                  </a:lnTo>
                  <a:lnTo>
                    <a:pt x="579729" y="579215"/>
                  </a:lnTo>
                  <a:lnTo>
                    <a:pt x="547112" y="610102"/>
                  </a:lnTo>
                  <a:lnTo>
                    <a:pt x="512839" y="639182"/>
                  </a:lnTo>
                  <a:lnTo>
                    <a:pt x="476990" y="666377"/>
                  </a:lnTo>
                  <a:lnTo>
                    <a:pt x="439639" y="691610"/>
                  </a:lnTo>
                  <a:lnTo>
                    <a:pt x="400865" y="714805"/>
                  </a:lnTo>
                  <a:lnTo>
                    <a:pt x="360744" y="735885"/>
                  </a:lnTo>
                  <a:lnTo>
                    <a:pt x="319353" y="754772"/>
                  </a:lnTo>
                  <a:lnTo>
                    <a:pt x="276768" y="771391"/>
                  </a:lnTo>
                  <a:lnTo>
                    <a:pt x="233067" y="785664"/>
                  </a:lnTo>
                  <a:lnTo>
                    <a:pt x="188327" y="797514"/>
                  </a:lnTo>
                  <a:lnTo>
                    <a:pt x="142623" y="806864"/>
                  </a:lnTo>
                  <a:lnTo>
                    <a:pt x="96034" y="813638"/>
                  </a:lnTo>
                  <a:lnTo>
                    <a:pt x="48635" y="817759"/>
                  </a:lnTo>
                  <a:lnTo>
                    <a:pt x="505" y="819150"/>
                  </a:lnTo>
                  <a:lnTo>
                    <a:pt x="336" y="819150"/>
                  </a:lnTo>
                  <a:lnTo>
                    <a:pt x="168" y="819150"/>
                  </a:lnTo>
                  <a:lnTo>
                    <a:pt x="0" y="819150"/>
                  </a:lnTo>
                  <a:lnTo>
                    <a:pt x="505" y="0"/>
                  </a:lnTo>
                  <a:lnTo>
                    <a:pt x="819655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460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9163" y="21335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10" y="708461"/>
                  </a:lnTo>
                  <a:lnTo>
                    <a:pt x="20983" y="662500"/>
                  </a:lnTo>
                  <a:lnTo>
                    <a:pt x="32487" y="617462"/>
                  </a:lnTo>
                  <a:lnTo>
                    <a:pt x="46350" y="573417"/>
                  </a:lnTo>
                  <a:lnTo>
                    <a:pt x="62501" y="530438"/>
                  </a:lnTo>
                  <a:lnTo>
                    <a:pt x="80868" y="488596"/>
                  </a:lnTo>
                  <a:lnTo>
                    <a:pt x="101378" y="447964"/>
                  </a:lnTo>
                  <a:lnTo>
                    <a:pt x="123961" y="408613"/>
                  </a:lnTo>
                  <a:lnTo>
                    <a:pt x="148543" y="370615"/>
                  </a:lnTo>
                  <a:lnTo>
                    <a:pt x="175055" y="334042"/>
                  </a:lnTo>
                  <a:lnTo>
                    <a:pt x="203422" y="298966"/>
                  </a:lnTo>
                  <a:lnTo>
                    <a:pt x="233574" y="265459"/>
                  </a:lnTo>
                  <a:lnTo>
                    <a:pt x="265439" y="233593"/>
                  </a:lnTo>
                  <a:lnTo>
                    <a:pt x="298945" y="203439"/>
                  </a:lnTo>
                  <a:lnTo>
                    <a:pt x="334020" y="175070"/>
                  </a:lnTo>
                  <a:lnTo>
                    <a:pt x="370593" y="148557"/>
                  </a:lnTo>
                  <a:lnTo>
                    <a:pt x="408590" y="123973"/>
                  </a:lnTo>
                  <a:lnTo>
                    <a:pt x="447941" y="101388"/>
                  </a:lnTo>
                  <a:lnTo>
                    <a:pt x="488574" y="80876"/>
                  </a:lnTo>
                  <a:lnTo>
                    <a:pt x="530417" y="62508"/>
                  </a:lnTo>
                  <a:lnTo>
                    <a:pt x="573397" y="46355"/>
                  </a:lnTo>
                  <a:lnTo>
                    <a:pt x="617444" y="32490"/>
                  </a:lnTo>
                  <a:lnTo>
                    <a:pt x="662485" y="20985"/>
                  </a:lnTo>
                  <a:lnTo>
                    <a:pt x="708448" y="11912"/>
                  </a:lnTo>
                  <a:lnTo>
                    <a:pt x="755262" y="5342"/>
                  </a:lnTo>
                  <a:lnTo>
                    <a:pt x="802854" y="1347"/>
                  </a:lnTo>
                  <a:lnTo>
                    <a:pt x="851154" y="0"/>
                  </a:lnTo>
                  <a:lnTo>
                    <a:pt x="899448" y="1347"/>
                  </a:lnTo>
                  <a:lnTo>
                    <a:pt x="947036" y="5342"/>
                  </a:lnTo>
                  <a:lnTo>
                    <a:pt x="993846" y="11912"/>
                  </a:lnTo>
                  <a:lnTo>
                    <a:pt x="1039807" y="20985"/>
                  </a:lnTo>
                  <a:lnTo>
                    <a:pt x="1084845" y="32490"/>
                  </a:lnTo>
                  <a:lnTo>
                    <a:pt x="1128890" y="46355"/>
                  </a:lnTo>
                  <a:lnTo>
                    <a:pt x="1171869" y="62508"/>
                  </a:lnTo>
                  <a:lnTo>
                    <a:pt x="1213711" y="80876"/>
                  </a:lnTo>
                  <a:lnTo>
                    <a:pt x="1254343" y="101388"/>
                  </a:lnTo>
                  <a:lnTo>
                    <a:pt x="1293694" y="123973"/>
                  </a:lnTo>
                  <a:lnTo>
                    <a:pt x="1331692" y="148557"/>
                  </a:lnTo>
                  <a:lnTo>
                    <a:pt x="1368265" y="175070"/>
                  </a:lnTo>
                  <a:lnTo>
                    <a:pt x="1403341" y="203439"/>
                  </a:lnTo>
                  <a:lnTo>
                    <a:pt x="1436848" y="233593"/>
                  </a:lnTo>
                  <a:lnTo>
                    <a:pt x="1468714" y="265459"/>
                  </a:lnTo>
                  <a:lnTo>
                    <a:pt x="1498868" y="298966"/>
                  </a:lnTo>
                  <a:lnTo>
                    <a:pt x="1527237" y="334042"/>
                  </a:lnTo>
                  <a:lnTo>
                    <a:pt x="1553750" y="370615"/>
                  </a:lnTo>
                  <a:lnTo>
                    <a:pt x="1578334" y="408613"/>
                  </a:lnTo>
                  <a:lnTo>
                    <a:pt x="1600919" y="447964"/>
                  </a:lnTo>
                  <a:lnTo>
                    <a:pt x="1621431" y="488596"/>
                  </a:lnTo>
                  <a:lnTo>
                    <a:pt x="1639799" y="530438"/>
                  </a:lnTo>
                  <a:lnTo>
                    <a:pt x="1655952" y="573417"/>
                  </a:lnTo>
                  <a:lnTo>
                    <a:pt x="1669817" y="617462"/>
                  </a:lnTo>
                  <a:lnTo>
                    <a:pt x="1681322" y="662500"/>
                  </a:lnTo>
                  <a:lnTo>
                    <a:pt x="1690395" y="708461"/>
                  </a:lnTo>
                  <a:lnTo>
                    <a:pt x="1696965" y="755271"/>
                  </a:lnTo>
                  <a:lnTo>
                    <a:pt x="1700960" y="802859"/>
                  </a:lnTo>
                  <a:lnTo>
                    <a:pt x="1702308" y="851154"/>
                  </a:lnTo>
                  <a:lnTo>
                    <a:pt x="1700960" y="899448"/>
                  </a:lnTo>
                  <a:lnTo>
                    <a:pt x="1696965" y="947036"/>
                  </a:lnTo>
                  <a:lnTo>
                    <a:pt x="1690395" y="993846"/>
                  </a:lnTo>
                  <a:lnTo>
                    <a:pt x="1681322" y="1039807"/>
                  </a:lnTo>
                  <a:lnTo>
                    <a:pt x="1669817" y="1084845"/>
                  </a:lnTo>
                  <a:lnTo>
                    <a:pt x="1655952" y="1128890"/>
                  </a:lnTo>
                  <a:lnTo>
                    <a:pt x="1639799" y="1171869"/>
                  </a:lnTo>
                  <a:lnTo>
                    <a:pt x="1621431" y="1213711"/>
                  </a:lnTo>
                  <a:lnTo>
                    <a:pt x="1600919" y="1254343"/>
                  </a:lnTo>
                  <a:lnTo>
                    <a:pt x="1578334" y="1293694"/>
                  </a:lnTo>
                  <a:lnTo>
                    <a:pt x="1553750" y="1331692"/>
                  </a:lnTo>
                  <a:lnTo>
                    <a:pt x="1527237" y="1368265"/>
                  </a:lnTo>
                  <a:lnTo>
                    <a:pt x="1498868" y="1403341"/>
                  </a:lnTo>
                  <a:lnTo>
                    <a:pt x="1468714" y="1436848"/>
                  </a:lnTo>
                  <a:lnTo>
                    <a:pt x="1436848" y="1468714"/>
                  </a:lnTo>
                  <a:lnTo>
                    <a:pt x="1403341" y="1498868"/>
                  </a:lnTo>
                  <a:lnTo>
                    <a:pt x="1368265" y="1527237"/>
                  </a:lnTo>
                  <a:lnTo>
                    <a:pt x="1331692" y="1553750"/>
                  </a:lnTo>
                  <a:lnTo>
                    <a:pt x="1293694" y="1578334"/>
                  </a:lnTo>
                  <a:lnTo>
                    <a:pt x="1254343" y="1600919"/>
                  </a:lnTo>
                  <a:lnTo>
                    <a:pt x="1213711" y="1621431"/>
                  </a:lnTo>
                  <a:lnTo>
                    <a:pt x="1171869" y="1639799"/>
                  </a:lnTo>
                  <a:lnTo>
                    <a:pt x="1128890" y="1655952"/>
                  </a:lnTo>
                  <a:lnTo>
                    <a:pt x="1084845" y="1669817"/>
                  </a:lnTo>
                  <a:lnTo>
                    <a:pt x="1039807" y="1681322"/>
                  </a:lnTo>
                  <a:lnTo>
                    <a:pt x="993846" y="1690395"/>
                  </a:lnTo>
                  <a:lnTo>
                    <a:pt x="947036" y="1696965"/>
                  </a:lnTo>
                  <a:lnTo>
                    <a:pt x="899448" y="1700960"/>
                  </a:lnTo>
                  <a:lnTo>
                    <a:pt x="851154" y="1702308"/>
                  </a:lnTo>
                  <a:lnTo>
                    <a:pt x="802854" y="1700960"/>
                  </a:lnTo>
                  <a:lnTo>
                    <a:pt x="755262" y="1696965"/>
                  </a:lnTo>
                  <a:lnTo>
                    <a:pt x="708448" y="1690395"/>
                  </a:lnTo>
                  <a:lnTo>
                    <a:pt x="662485" y="1681322"/>
                  </a:lnTo>
                  <a:lnTo>
                    <a:pt x="617444" y="1669817"/>
                  </a:lnTo>
                  <a:lnTo>
                    <a:pt x="573397" y="1655952"/>
                  </a:lnTo>
                  <a:lnTo>
                    <a:pt x="530417" y="1639799"/>
                  </a:lnTo>
                  <a:lnTo>
                    <a:pt x="488574" y="1621431"/>
                  </a:lnTo>
                  <a:lnTo>
                    <a:pt x="447941" y="1600919"/>
                  </a:lnTo>
                  <a:lnTo>
                    <a:pt x="408590" y="1578334"/>
                  </a:lnTo>
                  <a:lnTo>
                    <a:pt x="370593" y="1553750"/>
                  </a:lnTo>
                  <a:lnTo>
                    <a:pt x="334020" y="1527237"/>
                  </a:lnTo>
                  <a:lnTo>
                    <a:pt x="298945" y="1498868"/>
                  </a:lnTo>
                  <a:lnTo>
                    <a:pt x="265439" y="1468714"/>
                  </a:lnTo>
                  <a:lnTo>
                    <a:pt x="233574" y="1436848"/>
                  </a:lnTo>
                  <a:lnTo>
                    <a:pt x="203422" y="1403341"/>
                  </a:lnTo>
                  <a:lnTo>
                    <a:pt x="175055" y="1368265"/>
                  </a:lnTo>
                  <a:lnTo>
                    <a:pt x="148543" y="1331692"/>
                  </a:lnTo>
                  <a:lnTo>
                    <a:pt x="123961" y="1293694"/>
                  </a:lnTo>
                  <a:lnTo>
                    <a:pt x="101378" y="1254343"/>
                  </a:lnTo>
                  <a:lnTo>
                    <a:pt x="80868" y="1213711"/>
                  </a:lnTo>
                  <a:lnTo>
                    <a:pt x="62501" y="1171869"/>
                  </a:lnTo>
                  <a:lnTo>
                    <a:pt x="46350" y="1128890"/>
                  </a:lnTo>
                  <a:lnTo>
                    <a:pt x="32487" y="1084845"/>
                  </a:lnTo>
                  <a:lnTo>
                    <a:pt x="20983" y="1039807"/>
                  </a:lnTo>
                  <a:lnTo>
                    <a:pt x="11910" y="993846"/>
                  </a:lnTo>
                  <a:lnTo>
                    <a:pt x="5341" y="947036"/>
                  </a:lnTo>
                  <a:lnTo>
                    <a:pt x="1347" y="899448"/>
                  </a:lnTo>
                  <a:lnTo>
                    <a:pt x="0" y="851154"/>
                  </a:lnTo>
                  <a:close/>
                </a:path>
              </a:pathLst>
            </a:custGeom>
            <a:ln w="27432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3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  <a:close/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  <a:close/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3460" y="0"/>
              <a:ext cx="8130540" cy="6858000"/>
            </a:xfrm>
            <a:custGeom>
              <a:avLst/>
              <a:gdLst/>
              <a:ahLst/>
              <a:cxnLst/>
              <a:rect l="l" t="t" r="r" b="b"/>
              <a:pathLst>
                <a:path w="8130540" h="6858000">
                  <a:moveTo>
                    <a:pt x="813054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0540" y="6858000"/>
                  </a:lnTo>
                  <a:lnTo>
                    <a:pt x="81305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62811" y="338327"/>
            <a:ext cx="4186428" cy="122072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514602" y="490854"/>
            <a:ext cx="348424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b="1" spc="-5" dirty="0">
                <a:latin typeface="Arial"/>
                <a:cs typeface="Arial"/>
              </a:rPr>
              <a:t>Function</a:t>
            </a:r>
            <a:r>
              <a:rPr sz="4300" b="1" spc="-40" dirty="0">
                <a:latin typeface="Arial"/>
                <a:cs typeface="Arial"/>
              </a:rPr>
              <a:t> </a:t>
            </a:r>
            <a:r>
              <a:rPr sz="4300" b="1" spc="-5" dirty="0">
                <a:latin typeface="Arial"/>
                <a:cs typeface="Arial"/>
              </a:rPr>
              <a:t>Call</a:t>
            </a:r>
            <a:endParaRPr sz="4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35447" y="3054647"/>
            <a:ext cx="339090" cy="34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400" dirty="0">
                <a:latin typeface="Arial MT"/>
                <a:cs typeface="Arial MT"/>
              </a:rPr>
              <a:t>rs.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86400" y="3124200"/>
            <a:ext cx="3465576" cy="296265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596897" y="1473453"/>
            <a:ext cx="7171690" cy="3664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marR="40005" indent="-283845">
              <a:lnSpc>
                <a:spcPct val="100000"/>
              </a:lnSpc>
              <a:spcBef>
                <a:spcPts val="100"/>
              </a:spcBef>
              <a:buClr>
                <a:srgbClr val="3891A7"/>
              </a:buClr>
              <a:buSzPct val="79166"/>
              <a:buFont typeface="Segoe UI Symbol"/>
              <a:buChar char="⚫"/>
              <a:tabLst>
                <a:tab pos="295910" algn="l"/>
                <a:tab pos="296545" algn="l"/>
              </a:tabLst>
            </a:pPr>
            <a:r>
              <a:rPr sz="2400" dirty="0">
                <a:latin typeface="Arial MT"/>
                <a:cs typeface="Arial MT"/>
              </a:rPr>
              <a:t>Once </a:t>
            </a:r>
            <a:r>
              <a:rPr sz="2400" spc="-10" dirty="0">
                <a:latin typeface="Arial MT"/>
                <a:cs typeface="Arial MT"/>
              </a:rPr>
              <a:t>we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have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defined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function,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call</a:t>
            </a:r>
            <a:r>
              <a:rPr sz="2400" dirty="0">
                <a:latin typeface="Arial MT"/>
                <a:cs typeface="Arial MT"/>
              </a:rPr>
              <a:t> it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another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function, </a:t>
            </a:r>
            <a:r>
              <a:rPr sz="2400" dirty="0">
                <a:latin typeface="Arial MT"/>
                <a:cs typeface="Arial MT"/>
              </a:rPr>
              <a:t>program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5" dirty="0">
                <a:latin typeface="Arial MT"/>
                <a:cs typeface="Arial MT"/>
              </a:rPr>
              <a:t> even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Python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prompt.</a:t>
            </a:r>
            <a:endParaRPr sz="2400">
              <a:latin typeface="Arial MT"/>
              <a:cs typeface="Arial MT"/>
            </a:endParaRPr>
          </a:p>
          <a:p>
            <a:pPr marL="295910" marR="508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166"/>
              <a:buFont typeface="Segoe UI Symbol"/>
              <a:buChar char="⚫"/>
              <a:tabLst>
                <a:tab pos="295910" algn="l"/>
                <a:tab pos="296545" algn="l"/>
              </a:tabLst>
            </a:pPr>
            <a:r>
              <a:rPr sz="2400" spc="-135" dirty="0">
                <a:latin typeface="Arial MT"/>
                <a:cs typeface="Arial MT"/>
              </a:rPr>
              <a:t>To</a:t>
            </a:r>
            <a:r>
              <a:rPr sz="2400" spc="-5" dirty="0">
                <a:latin typeface="Arial MT"/>
                <a:cs typeface="Arial MT"/>
              </a:rPr>
              <a:t> call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 function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we simply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type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function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name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with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appropriate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paramete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700">
              <a:latin typeface="Arial MT"/>
              <a:cs typeface="Arial MT"/>
            </a:endParaRPr>
          </a:p>
          <a:p>
            <a:pPr marL="12700" marR="3561715">
              <a:lnSpc>
                <a:spcPct val="115599"/>
              </a:lnSpc>
              <a:spcBef>
                <a:spcPts val="1670"/>
              </a:spcBef>
            </a:pPr>
            <a:r>
              <a:rPr sz="3200" spc="-5" dirty="0">
                <a:latin typeface="Arial MT"/>
                <a:cs typeface="Arial MT"/>
              </a:rPr>
              <a:t>Calling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Function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my_function()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19" name="Picture 18" descr="A black and red text&#10;&#10;Description automatically generated">
            <a:extLst>
              <a:ext uri="{FF2B5EF4-FFF2-40B4-BE49-F238E27FC236}">
                <a16:creationId xmlns:a16="http://schemas.microsoft.com/office/drawing/2014/main" id="{C9EC87F4-FD9E-B665-8A97-6C466CC0031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8269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505" y="0"/>
                  </a:lnTo>
                  <a:lnTo>
                    <a:pt x="0" y="819150"/>
                  </a:lnTo>
                  <a:lnTo>
                    <a:pt x="48635" y="817759"/>
                  </a:lnTo>
                  <a:lnTo>
                    <a:pt x="96034" y="813638"/>
                  </a:lnTo>
                  <a:lnTo>
                    <a:pt x="142623" y="806864"/>
                  </a:lnTo>
                  <a:lnTo>
                    <a:pt x="188327" y="797514"/>
                  </a:lnTo>
                  <a:lnTo>
                    <a:pt x="233067" y="785664"/>
                  </a:lnTo>
                  <a:lnTo>
                    <a:pt x="276768" y="771391"/>
                  </a:lnTo>
                  <a:lnTo>
                    <a:pt x="319353" y="754772"/>
                  </a:lnTo>
                  <a:lnTo>
                    <a:pt x="360744" y="735885"/>
                  </a:lnTo>
                  <a:lnTo>
                    <a:pt x="400865" y="714805"/>
                  </a:lnTo>
                  <a:lnTo>
                    <a:pt x="439639" y="691610"/>
                  </a:lnTo>
                  <a:lnTo>
                    <a:pt x="476990" y="666377"/>
                  </a:lnTo>
                  <a:lnTo>
                    <a:pt x="512839" y="639182"/>
                  </a:lnTo>
                  <a:lnTo>
                    <a:pt x="547112" y="610102"/>
                  </a:lnTo>
                  <a:lnTo>
                    <a:pt x="579729" y="579215"/>
                  </a:lnTo>
                  <a:lnTo>
                    <a:pt x="610616" y="546596"/>
                  </a:lnTo>
                  <a:lnTo>
                    <a:pt x="639695" y="512323"/>
                  </a:lnTo>
                  <a:lnTo>
                    <a:pt x="666889" y="476473"/>
                  </a:lnTo>
                  <a:lnTo>
                    <a:pt x="692122" y="439123"/>
                  </a:lnTo>
                  <a:lnTo>
                    <a:pt x="715316" y="400349"/>
                  </a:lnTo>
                  <a:lnTo>
                    <a:pt x="736395" y="360228"/>
                  </a:lnTo>
                  <a:lnTo>
                    <a:pt x="755281" y="318837"/>
                  </a:lnTo>
                  <a:lnTo>
                    <a:pt x="771899" y="276253"/>
                  </a:lnTo>
                  <a:lnTo>
                    <a:pt x="786171" y="232553"/>
                  </a:lnTo>
                  <a:lnTo>
                    <a:pt x="798020" y="187814"/>
                  </a:lnTo>
                  <a:lnTo>
                    <a:pt x="807370" y="142112"/>
                  </a:lnTo>
                  <a:lnTo>
                    <a:pt x="814144" y="95524"/>
                  </a:lnTo>
                  <a:lnTo>
                    <a:pt x="818264" y="48128"/>
                  </a:lnTo>
                  <a:lnTo>
                    <a:pt x="819655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818264" y="48128"/>
                  </a:lnTo>
                  <a:lnTo>
                    <a:pt x="814144" y="95524"/>
                  </a:lnTo>
                  <a:lnTo>
                    <a:pt x="807370" y="142112"/>
                  </a:lnTo>
                  <a:lnTo>
                    <a:pt x="798020" y="187814"/>
                  </a:lnTo>
                  <a:lnTo>
                    <a:pt x="786171" y="232553"/>
                  </a:lnTo>
                  <a:lnTo>
                    <a:pt x="771899" y="276253"/>
                  </a:lnTo>
                  <a:lnTo>
                    <a:pt x="755281" y="318837"/>
                  </a:lnTo>
                  <a:lnTo>
                    <a:pt x="736395" y="360228"/>
                  </a:lnTo>
                  <a:lnTo>
                    <a:pt x="715316" y="400349"/>
                  </a:lnTo>
                  <a:lnTo>
                    <a:pt x="692122" y="439123"/>
                  </a:lnTo>
                  <a:lnTo>
                    <a:pt x="666889" y="476473"/>
                  </a:lnTo>
                  <a:lnTo>
                    <a:pt x="639695" y="512323"/>
                  </a:lnTo>
                  <a:lnTo>
                    <a:pt x="610616" y="546596"/>
                  </a:lnTo>
                  <a:lnTo>
                    <a:pt x="579729" y="579215"/>
                  </a:lnTo>
                  <a:lnTo>
                    <a:pt x="547112" y="610102"/>
                  </a:lnTo>
                  <a:lnTo>
                    <a:pt x="512839" y="639182"/>
                  </a:lnTo>
                  <a:lnTo>
                    <a:pt x="476990" y="666377"/>
                  </a:lnTo>
                  <a:lnTo>
                    <a:pt x="439639" y="691610"/>
                  </a:lnTo>
                  <a:lnTo>
                    <a:pt x="400865" y="714805"/>
                  </a:lnTo>
                  <a:lnTo>
                    <a:pt x="360744" y="735885"/>
                  </a:lnTo>
                  <a:lnTo>
                    <a:pt x="319353" y="754772"/>
                  </a:lnTo>
                  <a:lnTo>
                    <a:pt x="276768" y="771391"/>
                  </a:lnTo>
                  <a:lnTo>
                    <a:pt x="233067" y="785664"/>
                  </a:lnTo>
                  <a:lnTo>
                    <a:pt x="188327" y="797514"/>
                  </a:lnTo>
                  <a:lnTo>
                    <a:pt x="142623" y="806864"/>
                  </a:lnTo>
                  <a:lnTo>
                    <a:pt x="96034" y="813638"/>
                  </a:lnTo>
                  <a:lnTo>
                    <a:pt x="48635" y="817759"/>
                  </a:lnTo>
                  <a:lnTo>
                    <a:pt x="505" y="819150"/>
                  </a:lnTo>
                  <a:lnTo>
                    <a:pt x="336" y="819150"/>
                  </a:lnTo>
                  <a:lnTo>
                    <a:pt x="168" y="819150"/>
                  </a:lnTo>
                  <a:lnTo>
                    <a:pt x="0" y="819150"/>
                  </a:lnTo>
                  <a:lnTo>
                    <a:pt x="505" y="0"/>
                  </a:lnTo>
                  <a:lnTo>
                    <a:pt x="819655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460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9163" y="21335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10" y="708461"/>
                  </a:lnTo>
                  <a:lnTo>
                    <a:pt x="20983" y="662500"/>
                  </a:lnTo>
                  <a:lnTo>
                    <a:pt x="32487" y="617462"/>
                  </a:lnTo>
                  <a:lnTo>
                    <a:pt x="46350" y="573417"/>
                  </a:lnTo>
                  <a:lnTo>
                    <a:pt x="62501" y="530438"/>
                  </a:lnTo>
                  <a:lnTo>
                    <a:pt x="80868" y="488596"/>
                  </a:lnTo>
                  <a:lnTo>
                    <a:pt x="101378" y="447964"/>
                  </a:lnTo>
                  <a:lnTo>
                    <a:pt x="123961" y="408613"/>
                  </a:lnTo>
                  <a:lnTo>
                    <a:pt x="148543" y="370615"/>
                  </a:lnTo>
                  <a:lnTo>
                    <a:pt x="175055" y="334042"/>
                  </a:lnTo>
                  <a:lnTo>
                    <a:pt x="203422" y="298966"/>
                  </a:lnTo>
                  <a:lnTo>
                    <a:pt x="233574" y="265459"/>
                  </a:lnTo>
                  <a:lnTo>
                    <a:pt x="265439" y="233593"/>
                  </a:lnTo>
                  <a:lnTo>
                    <a:pt x="298945" y="203439"/>
                  </a:lnTo>
                  <a:lnTo>
                    <a:pt x="334020" y="175070"/>
                  </a:lnTo>
                  <a:lnTo>
                    <a:pt x="370593" y="148557"/>
                  </a:lnTo>
                  <a:lnTo>
                    <a:pt x="408590" y="123973"/>
                  </a:lnTo>
                  <a:lnTo>
                    <a:pt x="447941" y="101388"/>
                  </a:lnTo>
                  <a:lnTo>
                    <a:pt x="488574" y="80876"/>
                  </a:lnTo>
                  <a:lnTo>
                    <a:pt x="530417" y="62508"/>
                  </a:lnTo>
                  <a:lnTo>
                    <a:pt x="573397" y="46355"/>
                  </a:lnTo>
                  <a:lnTo>
                    <a:pt x="617444" y="32490"/>
                  </a:lnTo>
                  <a:lnTo>
                    <a:pt x="662485" y="20985"/>
                  </a:lnTo>
                  <a:lnTo>
                    <a:pt x="708448" y="11912"/>
                  </a:lnTo>
                  <a:lnTo>
                    <a:pt x="755262" y="5342"/>
                  </a:lnTo>
                  <a:lnTo>
                    <a:pt x="802854" y="1347"/>
                  </a:lnTo>
                  <a:lnTo>
                    <a:pt x="851154" y="0"/>
                  </a:lnTo>
                  <a:lnTo>
                    <a:pt x="899448" y="1347"/>
                  </a:lnTo>
                  <a:lnTo>
                    <a:pt x="947036" y="5342"/>
                  </a:lnTo>
                  <a:lnTo>
                    <a:pt x="993846" y="11912"/>
                  </a:lnTo>
                  <a:lnTo>
                    <a:pt x="1039807" y="20985"/>
                  </a:lnTo>
                  <a:lnTo>
                    <a:pt x="1084845" y="32490"/>
                  </a:lnTo>
                  <a:lnTo>
                    <a:pt x="1128890" y="46355"/>
                  </a:lnTo>
                  <a:lnTo>
                    <a:pt x="1171869" y="62508"/>
                  </a:lnTo>
                  <a:lnTo>
                    <a:pt x="1213711" y="80876"/>
                  </a:lnTo>
                  <a:lnTo>
                    <a:pt x="1254343" y="101388"/>
                  </a:lnTo>
                  <a:lnTo>
                    <a:pt x="1293694" y="123973"/>
                  </a:lnTo>
                  <a:lnTo>
                    <a:pt x="1331692" y="148557"/>
                  </a:lnTo>
                  <a:lnTo>
                    <a:pt x="1368265" y="175070"/>
                  </a:lnTo>
                  <a:lnTo>
                    <a:pt x="1403341" y="203439"/>
                  </a:lnTo>
                  <a:lnTo>
                    <a:pt x="1436848" y="233593"/>
                  </a:lnTo>
                  <a:lnTo>
                    <a:pt x="1468714" y="265459"/>
                  </a:lnTo>
                  <a:lnTo>
                    <a:pt x="1498868" y="298966"/>
                  </a:lnTo>
                  <a:lnTo>
                    <a:pt x="1527237" y="334042"/>
                  </a:lnTo>
                  <a:lnTo>
                    <a:pt x="1553750" y="370615"/>
                  </a:lnTo>
                  <a:lnTo>
                    <a:pt x="1578334" y="408613"/>
                  </a:lnTo>
                  <a:lnTo>
                    <a:pt x="1600919" y="447964"/>
                  </a:lnTo>
                  <a:lnTo>
                    <a:pt x="1621431" y="488596"/>
                  </a:lnTo>
                  <a:lnTo>
                    <a:pt x="1639799" y="530438"/>
                  </a:lnTo>
                  <a:lnTo>
                    <a:pt x="1655952" y="573417"/>
                  </a:lnTo>
                  <a:lnTo>
                    <a:pt x="1669817" y="617462"/>
                  </a:lnTo>
                  <a:lnTo>
                    <a:pt x="1681322" y="662500"/>
                  </a:lnTo>
                  <a:lnTo>
                    <a:pt x="1690395" y="708461"/>
                  </a:lnTo>
                  <a:lnTo>
                    <a:pt x="1696965" y="755271"/>
                  </a:lnTo>
                  <a:lnTo>
                    <a:pt x="1700960" y="802859"/>
                  </a:lnTo>
                  <a:lnTo>
                    <a:pt x="1702308" y="851154"/>
                  </a:lnTo>
                  <a:lnTo>
                    <a:pt x="1700960" y="899448"/>
                  </a:lnTo>
                  <a:lnTo>
                    <a:pt x="1696965" y="947036"/>
                  </a:lnTo>
                  <a:lnTo>
                    <a:pt x="1690395" y="993846"/>
                  </a:lnTo>
                  <a:lnTo>
                    <a:pt x="1681322" y="1039807"/>
                  </a:lnTo>
                  <a:lnTo>
                    <a:pt x="1669817" y="1084845"/>
                  </a:lnTo>
                  <a:lnTo>
                    <a:pt x="1655952" y="1128890"/>
                  </a:lnTo>
                  <a:lnTo>
                    <a:pt x="1639799" y="1171869"/>
                  </a:lnTo>
                  <a:lnTo>
                    <a:pt x="1621431" y="1213711"/>
                  </a:lnTo>
                  <a:lnTo>
                    <a:pt x="1600919" y="1254343"/>
                  </a:lnTo>
                  <a:lnTo>
                    <a:pt x="1578334" y="1293694"/>
                  </a:lnTo>
                  <a:lnTo>
                    <a:pt x="1553750" y="1331692"/>
                  </a:lnTo>
                  <a:lnTo>
                    <a:pt x="1527237" y="1368265"/>
                  </a:lnTo>
                  <a:lnTo>
                    <a:pt x="1498868" y="1403341"/>
                  </a:lnTo>
                  <a:lnTo>
                    <a:pt x="1468714" y="1436848"/>
                  </a:lnTo>
                  <a:lnTo>
                    <a:pt x="1436848" y="1468714"/>
                  </a:lnTo>
                  <a:lnTo>
                    <a:pt x="1403341" y="1498868"/>
                  </a:lnTo>
                  <a:lnTo>
                    <a:pt x="1368265" y="1527237"/>
                  </a:lnTo>
                  <a:lnTo>
                    <a:pt x="1331692" y="1553750"/>
                  </a:lnTo>
                  <a:lnTo>
                    <a:pt x="1293694" y="1578334"/>
                  </a:lnTo>
                  <a:lnTo>
                    <a:pt x="1254343" y="1600919"/>
                  </a:lnTo>
                  <a:lnTo>
                    <a:pt x="1213711" y="1621431"/>
                  </a:lnTo>
                  <a:lnTo>
                    <a:pt x="1171869" y="1639799"/>
                  </a:lnTo>
                  <a:lnTo>
                    <a:pt x="1128890" y="1655952"/>
                  </a:lnTo>
                  <a:lnTo>
                    <a:pt x="1084845" y="1669817"/>
                  </a:lnTo>
                  <a:lnTo>
                    <a:pt x="1039807" y="1681322"/>
                  </a:lnTo>
                  <a:lnTo>
                    <a:pt x="993846" y="1690395"/>
                  </a:lnTo>
                  <a:lnTo>
                    <a:pt x="947036" y="1696965"/>
                  </a:lnTo>
                  <a:lnTo>
                    <a:pt x="899448" y="1700960"/>
                  </a:lnTo>
                  <a:lnTo>
                    <a:pt x="851154" y="1702308"/>
                  </a:lnTo>
                  <a:lnTo>
                    <a:pt x="802854" y="1700960"/>
                  </a:lnTo>
                  <a:lnTo>
                    <a:pt x="755262" y="1696965"/>
                  </a:lnTo>
                  <a:lnTo>
                    <a:pt x="708448" y="1690395"/>
                  </a:lnTo>
                  <a:lnTo>
                    <a:pt x="662485" y="1681322"/>
                  </a:lnTo>
                  <a:lnTo>
                    <a:pt x="617444" y="1669817"/>
                  </a:lnTo>
                  <a:lnTo>
                    <a:pt x="573397" y="1655952"/>
                  </a:lnTo>
                  <a:lnTo>
                    <a:pt x="530417" y="1639799"/>
                  </a:lnTo>
                  <a:lnTo>
                    <a:pt x="488574" y="1621431"/>
                  </a:lnTo>
                  <a:lnTo>
                    <a:pt x="447941" y="1600919"/>
                  </a:lnTo>
                  <a:lnTo>
                    <a:pt x="408590" y="1578334"/>
                  </a:lnTo>
                  <a:lnTo>
                    <a:pt x="370593" y="1553750"/>
                  </a:lnTo>
                  <a:lnTo>
                    <a:pt x="334020" y="1527237"/>
                  </a:lnTo>
                  <a:lnTo>
                    <a:pt x="298945" y="1498868"/>
                  </a:lnTo>
                  <a:lnTo>
                    <a:pt x="265439" y="1468714"/>
                  </a:lnTo>
                  <a:lnTo>
                    <a:pt x="233574" y="1436848"/>
                  </a:lnTo>
                  <a:lnTo>
                    <a:pt x="203422" y="1403341"/>
                  </a:lnTo>
                  <a:lnTo>
                    <a:pt x="175055" y="1368265"/>
                  </a:lnTo>
                  <a:lnTo>
                    <a:pt x="148543" y="1331692"/>
                  </a:lnTo>
                  <a:lnTo>
                    <a:pt x="123961" y="1293694"/>
                  </a:lnTo>
                  <a:lnTo>
                    <a:pt x="101378" y="1254343"/>
                  </a:lnTo>
                  <a:lnTo>
                    <a:pt x="80868" y="1213711"/>
                  </a:lnTo>
                  <a:lnTo>
                    <a:pt x="62501" y="1171869"/>
                  </a:lnTo>
                  <a:lnTo>
                    <a:pt x="46350" y="1128890"/>
                  </a:lnTo>
                  <a:lnTo>
                    <a:pt x="32487" y="1084845"/>
                  </a:lnTo>
                  <a:lnTo>
                    <a:pt x="20983" y="1039807"/>
                  </a:lnTo>
                  <a:lnTo>
                    <a:pt x="11910" y="993846"/>
                  </a:lnTo>
                  <a:lnTo>
                    <a:pt x="5341" y="947036"/>
                  </a:lnTo>
                  <a:lnTo>
                    <a:pt x="1347" y="899448"/>
                  </a:lnTo>
                  <a:lnTo>
                    <a:pt x="0" y="851154"/>
                  </a:lnTo>
                  <a:close/>
                </a:path>
              </a:pathLst>
            </a:custGeom>
            <a:ln w="27432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3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  <a:close/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  <a:close/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3460" y="0"/>
              <a:ext cx="8130540" cy="6858000"/>
            </a:xfrm>
            <a:custGeom>
              <a:avLst/>
              <a:gdLst/>
              <a:ahLst/>
              <a:cxnLst/>
              <a:rect l="l" t="t" r="r" b="b"/>
              <a:pathLst>
                <a:path w="8130540" h="6858000">
                  <a:moveTo>
                    <a:pt x="813054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0540" y="6858000"/>
                  </a:lnTo>
                  <a:lnTo>
                    <a:pt x="81305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194816" y="86868"/>
            <a:ext cx="7615555" cy="1705610"/>
            <a:chOff x="1194816" y="86868"/>
            <a:chExt cx="7615555" cy="1705610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94816" y="86868"/>
              <a:ext cx="2403348" cy="111099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33700" y="86868"/>
              <a:ext cx="3585972" cy="111099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95416" y="86868"/>
              <a:ext cx="1632204" cy="111099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94816" y="681227"/>
              <a:ext cx="7615428" cy="1110996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2055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Square</a:t>
            </a:r>
            <a:r>
              <a:rPr spc="25" dirty="0"/>
              <a:t> </a:t>
            </a:r>
            <a:r>
              <a:rPr spc="-35" dirty="0"/>
              <a:t>function:Take</a:t>
            </a:r>
            <a:r>
              <a:rPr spc="30" dirty="0"/>
              <a:t> </a:t>
            </a:r>
            <a:r>
              <a:rPr spc="-5" dirty="0"/>
              <a:t>one </a:t>
            </a:r>
            <a:r>
              <a:rPr dirty="0"/>
              <a:t> arguments</a:t>
            </a:r>
            <a:r>
              <a:rPr spc="5" dirty="0"/>
              <a:t> </a:t>
            </a:r>
            <a:r>
              <a:rPr spc="-5" dirty="0"/>
              <a:t>and</a:t>
            </a:r>
            <a:r>
              <a:rPr spc="15" dirty="0"/>
              <a:t> </a:t>
            </a:r>
            <a:r>
              <a:rPr spc="-5" dirty="0"/>
              <a:t>prints </a:t>
            </a:r>
            <a:r>
              <a:rPr dirty="0"/>
              <a:t>its</a:t>
            </a:r>
            <a:r>
              <a:rPr spc="-10" dirty="0"/>
              <a:t> </a:t>
            </a:r>
            <a:r>
              <a:rPr dirty="0"/>
              <a:t>square</a:t>
            </a:r>
          </a:p>
        </p:txBody>
      </p:sp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28244" y="2133600"/>
            <a:ext cx="8715756" cy="2133600"/>
          </a:xfrm>
          <a:prstGeom prst="rect">
            <a:avLst/>
          </a:prstGeom>
        </p:spPr>
      </p:pic>
      <p:pic>
        <p:nvPicPr>
          <p:cNvPr id="21" name="Picture 20" descr="A black and red text&#10;&#10;Description automatically generated">
            <a:extLst>
              <a:ext uri="{FF2B5EF4-FFF2-40B4-BE49-F238E27FC236}">
                <a16:creationId xmlns:a16="http://schemas.microsoft.com/office/drawing/2014/main" id="{6B287AF7-2FB2-E4C3-1FA1-2D6C5EB4DCB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8269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505" y="0"/>
                  </a:lnTo>
                  <a:lnTo>
                    <a:pt x="0" y="819150"/>
                  </a:lnTo>
                  <a:lnTo>
                    <a:pt x="48635" y="817759"/>
                  </a:lnTo>
                  <a:lnTo>
                    <a:pt x="96034" y="813638"/>
                  </a:lnTo>
                  <a:lnTo>
                    <a:pt x="142623" y="806864"/>
                  </a:lnTo>
                  <a:lnTo>
                    <a:pt x="188327" y="797514"/>
                  </a:lnTo>
                  <a:lnTo>
                    <a:pt x="233067" y="785664"/>
                  </a:lnTo>
                  <a:lnTo>
                    <a:pt x="276768" y="771391"/>
                  </a:lnTo>
                  <a:lnTo>
                    <a:pt x="319353" y="754772"/>
                  </a:lnTo>
                  <a:lnTo>
                    <a:pt x="360744" y="735885"/>
                  </a:lnTo>
                  <a:lnTo>
                    <a:pt x="400865" y="714805"/>
                  </a:lnTo>
                  <a:lnTo>
                    <a:pt x="439639" y="691610"/>
                  </a:lnTo>
                  <a:lnTo>
                    <a:pt x="476990" y="666377"/>
                  </a:lnTo>
                  <a:lnTo>
                    <a:pt x="512839" y="639182"/>
                  </a:lnTo>
                  <a:lnTo>
                    <a:pt x="547112" y="610102"/>
                  </a:lnTo>
                  <a:lnTo>
                    <a:pt x="579729" y="579215"/>
                  </a:lnTo>
                  <a:lnTo>
                    <a:pt x="610616" y="546596"/>
                  </a:lnTo>
                  <a:lnTo>
                    <a:pt x="639695" y="512323"/>
                  </a:lnTo>
                  <a:lnTo>
                    <a:pt x="666889" y="476473"/>
                  </a:lnTo>
                  <a:lnTo>
                    <a:pt x="692122" y="439123"/>
                  </a:lnTo>
                  <a:lnTo>
                    <a:pt x="715316" y="400349"/>
                  </a:lnTo>
                  <a:lnTo>
                    <a:pt x="736395" y="360228"/>
                  </a:lnTo>
                  <a:lnTo>
                    <a:pt x="755281" y="318837"/>
                  </a:lnTo>
                  <a:lnTo>
                    <a:pt x="771899" y="276253"/>
                  </a:lnTo>
                  <a:lnTo>
                    <a:pt x="786171" y="232553"/>
                  </a:lnTo>
                  <a:lnTo>
                    <a:pt x="798020" y="187814"/>
                  </a:lnTo>
                  <a:lnTo>
                    <a:pt x="807370" y="142112"/>
                  </a:lnTo>
                  <a:lnTo>
                    <a:pt x="814144" y="95524"/>
                  </a:lnTo>
                  <a:lnTo>
                    <a:pt x="818264" y="48128"/>
                  </a:lnTo>
                  <a:lnTo>
                    <a:pt x="819655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818264" y="48128"/>
                  </a:lnTo>
                  <a:lnTo>
                    <a:pt x="814144" y="95524"/>
                  </a:lnTo>
                  <a:lnTo>
                    <a:pt x="807370" y="142112"/>
                  </a:lnTo>
                  <a:lnTo>
                    <a:pt x="798020" y="187814"/>
                  </a:lnTo>
                  <a:lnTo>
                    <a:pt x="786171" y="232553"/>
                  </a:lnTo>
                  <a:lnTo>
                    <a:pt x="771899" y="276253"/>
                  </a:lnTo>
                  <a:lnTo>
                    <a:pt x="755281" y="318837"/>
                  </a:lnTo>
                  <a:lnTo>
                    <a:pt x="736395" y="360228"/>
                  </a:lnTo>
                  <a:lnTo>
                    <a:pt x="715316" y="400349"/>
                  </a:lnTo>
                  <a:lnTo>
                    <a:pt x="692122" y="439123"/>
                  </a:lnTo>
                  <a:lnTo>
                    <a:pt x="666889" y="476473"/>
                  </a:lnTo>
                  <a:lnTo>
                    <a:pt x="639695" y="512323"/>
                  </a:lnTo>
                  <a:lnTo>
                    <a:pt x="610616" y="546596"/>
                  </a:lnTo>
                  <a:lnTo>
                    <a:pt x="579729" y="579215"/>
                  </a:lnTo>
                  <a:lnTo>
                    <a:pt x="547112" y="610102"/>
                  </a:lnTo>
                  <a:lnTo>
                    <a:pt x="512839" y="639182"/>
                  </a:lnTo>
                  <a:lnTo>
                    <a:pt x="476990" y="666377"/>
                  </a:lnTo>
                  <a:lnTo>
                    <a:pt x="439639" y="691610"/>
                  </a:lnTo>
                  <a:lnTo>
                    <a:pt x="400865" y="714805"/>
                  </a:lnTo>
                  <a:lnTo>
                    <a:pt x="360744" y="735885"/>
                  </a:lnTo>
                  <a:lnTo>
                    <a:pt x="319353" y="754772"/>
                  </a:lnTo>
                  <a:lnTo>
                    <a:pt x="276768" y="771391"/>
                  </a:lnTo>
                  <a:lnTo>
                    <a:pt x="233067" y="785664"/>
                  </a:lnTo>
                  <a:lnTo>
                    <a:pt x="188327" y="797514"/>
                  </a:lnTo>
                  <a:lnTo>
                    <a:pt x="142623" y="806864"/>
                  </a:lnTo>
                  <a:lnTo>
                    <a:pt x="96034" y="813638"/>
                  </a:lnTo>
                  <a:lnTo>
                    <a:pt x="48635" y="817759"/>
                  </a:lnTo>
                  <a:lnTo>
                    <a:pt x="505" y="819150"/>
                  </a:lnTo>
                  <a:lnTo>
                    <a:pt x="336" y="819150"/>
                  </a:lnTo>
                  <a:lnTo>
                    <a:pt x="168" y="819150"/>
                  </a:lnTo>
                  <a:lnTo>
                    <a:pt x="0" y="819150"/>
                  </a:lnTo>
                  <a:lnTo>
                    <a:pt x="505" y="0"/>
                  </a:lnTo>
                  <a:lnTo>
                    <a:pt x="819655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460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9163" y="21335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10" y="708461"/>
                  </a:lnTo>
                  <a:lnTo>
                    <a:pt x="20983" y="662500"/>
                  </a:lnTo>
                  <a:lnTo>
                    <a:pt x="32487" y="617462"/>
                  </a:lnTo>
                  <a:lnTo>
                    <a:pt x="46350" y="573417"/>
                  </a:lnTo>
                  <a:lnTo>
                    <a:pt x="62501" y="530438"/>
                  </a:lnTo>
                  <a:lnTo>
                    <a:pt x="80868" y="488596"/>
                  </a:lnTo>
                  <a:lnTo>
                    <a:pt x="101378" y="447964"/>
                  </a:lnTo>
                  <a:lnTo>
                    <a:pt x="123961" y="408613"/>
                  </a:lnTo>
                  <a:lnTo>
                    <a:pt x="148543" y="370615"/>
                  </a:lnTo>
                  <a:lnTo>
                    <a:pt x="175055" y="334042"/>
                  </a:lnTo>
                  <a:lnTo>
                    <a:pt x="203422" y="298966"/>
                  </a:lnTo>
                  <a:lnTo>
                    <a:pt x="233574" y="265459"/>
                  </a:lnTo>
                  <a:lnTo>
                    <a:pt x="265439" y="233593"/>
                  </a:lnTo>
                  <a:lnTo>
                    <a:pt x="298945" y="203439"/>
                  </a:lnTo>
                  <a:lnTo>
                    <a:pt x="334020" y="175070"/>
                  </a:lnTo>
                  <a:lnTo>
                    <a:pt x="370593" y="148557"/>
                  </a:lnTo>
                  <a:lnTo>
                    <a:pt x="408590" y="123973"/>
                  </a:lnTo>
                  <a:lnTo>
                    <a:pt x="447941" y="101388"/>
                  </a:lnTo>
                  <a:lnTo>
                    <a:pt x="488574" y="80876"/>
                  </a:lnTo>
                  <a:lnTo>
                    <a:pt x="530417" y="62508"/>
                  </a:lnTo>
                  <a:lnTo>
                    <a:pt x="573397" y="46355"/>
                  </a:lnTo>
                  <a:lnTo>
                    <a:pt x="617444" y="32490"/>
                  </a:lnTo>
                  <a:lnTo>
                    <a:pt x="662485" y="20985"/>
                  </a:lnTo>
                  <a:lnTo>
                    <a:pt x="708448" y="11912"/>
                  </a:lnTo>
                  <a:lnTo>
                    <a:pt x="755262" y="5342"/>
                  </a:lnTo>
                  <a:lnTo>
                    <a:pt x="802854" y="1347"/>
                  </a:lnTo>
                  <a:lnTo>
                    <a:pt x="851154" y="0"/>
                  </a:lnTo>
                  <a:lnTo>
                    <a:pt x="899448" y="1347"/>
                  </a:lnTo>
                  <a:lnTo>
                    <a:pt x="947036" y="5342"/>
                  </a:lnTo>
                  <a:lnTo>
                    <a:pt x="993846" y="11912"/>
                  </a:lnTo>
                  <a:lnTo>
                    <a:pt x="1039807" y="20985"/>
                  </a:lnTo>
                  <a:lnTo>
                    <a:pt x="1084845" y="32490"/>
                  </a:lnTo>
                  <a:lnTo>
                    <a:pt x="1128890" y="46355"/>
                  </a:lnTo>
                  <a:lnTo>
                    <a:pt x="1171869" y="62508"/>
                  </a:lnTo>
                  <a:lnTo>
                    <a:pt x="1213711" y="80876"/>
                  </a:lnTo>
                  <a:lnTo>
                    <a:pt x="1254343" y="101388"/>
                  </a:lnTo>
                  <a:lnTo>
                    <a:pt x="1293694" y="123973"/>
                  </a:lnTo>
                  <a:lnTo>
                    <a:pt x="1331692" y="148557"/>
                  </a:lnTo>
                  <a:lnTo>
                    <a:pt x="1368265" y="175070"/>
                  </a:lnTo>
                  <a:lnTo>
                    <a:pt x="1403341" y="203439"/>
                  </a:lnTo>
                  <a:lnTo>
                    <a:pt x="1436848" y="233593"/>
                  </a:lnTo>
                  <a:lnTo>
                    <a:pt x="1468714" y="265459"/>
                  </a:lnTo>
                  <a:lnTo>
                    <a:pt x="1498868" y="298966"/>
                  </a:lnTo>
                  <a:lnTo>
                    <a:pt x="1527237" y="334042"/>
                  </a:lnTo>
                  <a:lnTo>
                    <a:pt x="1553750" y="370615"/>
                  </a:lnTo>
                  <a:lnTo>
                    <a:pt x="1578334" y="408613"/>
                  </a:lnTo>
                  <a:lnTo>
                    <a:pt x="1600919" y="447964"/>
                  </a:lnTo>
                  <a:lnTo>
                    <a:pt x="1621431" y="488596"/>
                  </a:lnTo>
                  <a:lnTo>
                    <a:pt x="1639799" y="530438"/>
                  </a:lnTo>
                  <a:lnTo>
                    <a:pt x="1655952" y="573417"/>
                  </a:lnTo>
                  <a:lnTo>
                    <a:pt x="1669817" y="617462"/>
                  </a:lnTo>
                  <a:lnTo>
                    <a:pt x="1681322" y="662500"/>
                  </a:lnTo>
                  <a:lnTo>
                    <a:pt x="1690395" y="708461"/>
                  </a:lnTo>
                  <a:lnTo>
                    <a:pt x="1696965" y="755271"/>
                  </a:lnTo>
                  <a:lnTo>
                    <a:pt x="1700960" y="802859"/>
                  </a:lnTo>
                  <a:lnTo>
                    <a:pt x="1702308" y="851154"/>
                  </a:lnTo>
                  <a:lnTo>
                    <a:pt x="1700960" y="899448"/>
                  </a:lnTo>
                  <a:lnTo>
                    <a:pt x="1696965" y="947036"/>
                  </a:lnTo>
                  <a:lnTo>
                    <a:pt x="1690395" y="993846"/>
                  </a:lnTo>
                  <a:lnTo>
                    <a:pt x="1681322" y="1039807"/>
                  </a:lnTo>
                  <a:lnTo>
                    <a:pt x="1669817" y="1084845"/>
                  </a:lnTo>
                  <a:lnTo>
                    <a:pt x="1655952" y="1128890"/>
                  </a:lnTo>
                  <a:lnTo>
                    <a:pt x="1639799" y="1171869"/>
                  </a:lnTo>
                  <a:lnTo>
                    <a:pt x="1621431" y="1213711"/>
                  </a:lnTo>
                  <a:lnTo>
                    <a:pt x="1600919" y="1254343"/>
                  </a:lnTo>
                  <a:lnTo>
                    <a:pt x="1578334" y="1293694"/>
                  </a:lnTo>
                  <a:lnTo>
                    <a:pt x="1553750" y="1331692"/>
                  </a:lnTo>
                  <a:lnTo>
                    <a:pt x="1527237" y="1368265"/>
                  </a:lnTo>
                  <a:lnTo>
                    <a:pt x="1498868" y="1403341"/>
                  </a:lnTo>
                  <a:lnTo>
                    <a:pt x="1468714" y="1436848"/>
                  </a:lnTo>
                  <a:lnTo>
                    <a:pt x="1436848" y="1468714"/>
                  </a:lnTo>
                  <a:lnTo>
                    <a:pt x="1403341" y="1498868"/>
                  </a:lnTo>
                  <a:lnTo>
                    <a:pt x="1368265" y="1527237"/>
                  </a:lnTo>
                  <a:lnTo>
                    <a:pt x="1331692" y="1553750"/>
                  </a:lnTo>
                  <a:lnTo>
                    <a:pt x="1293694" y="1578334"/>
                  </a:lnTo>
                  <a:lnTo>
                    <a:pt x="1254343" y="1600919"/>
                  </a:lnTo>
                  <a:lnTo>
                    <a:pt x="1213711" y="1621431"/>
                  </a:lnTo>
                  <a:lnTo>
                    <a:pt x="1171869" y="1639799"/>
                  </a:lnTo>
                  <a:lnTo>
                    <a:pt x="1128890" y="1655952"/>
                  </a:lnTo>
                  <a:lnTo>
                    <a:pt x="1084845" y="1669817"/>
                  </a:lnTo>
                  <a:lnTo>
                    <a:pt x="1039807" y="1681322"/>
                  </a:lnTo>
                  <a:lnTo>
                    <a:pt x="993846" y="1690395"/>
                  </a:lnTo>
                  <a:lnTo>
                    <a:pt x="947036" y="1696965"/>
                  </a:lnTo>
                  <a:lnTo>
                    <a:pt x="899448" y="1700960"/>
                  </a:lnTo>
                  <a:lnTo>
                    <a:pt x="851154" y="1702308"/>
                  </a:lnTo>
                  <a:lnTo>
                    <a:pt x="802854" y="1700960"/>
                  </a:lnTo>
                  <a:lnTo>
                    <a:pt x="755262" y="1696965"/>
                  </a:lnTo>
                  <a:lnTo>
                    <a:pt x="708448" y="1690395"/>
                  </a:lnTo>
                  <a:lnTo>
                    <a:pt x="662485" y="1681322"/>
                  </a:lnTo>
                  <a:lnTo>
                    <a:pt x="617444" y="1669817"/>
                  </a:lnTo>
                  <a:lnTo>
                    <a:pt x="573397" y="1655952"/>
                  </a:lnTo>
                  <a:lnTo>
                    <a:pt x="530417" y="1639799"/>
                  </a:lnTo>
                  <a:lnTo>
                    <a:pt x="488574" y="1621431"/>
                  </a:lnTo>
                  <a:lnTo>
                    <a:pt x="447941" y="1600919"/>
                  </a:lnTo>
                  <a:lnTo>
                    <a:pt x="408590" y="1578334"/>
                  </a:lnTo>
                  <a:lnTo>
                    <a:pt x="370593" y="1553750"/>
                  </a:lnTo>
                  <a:lnTo>
                    <a:pt x="334020" y="1527237"/>
                  </a:lnTo>
                  <a:lnTo>
                    <a:pt x="298945" y="1498868"/>
                  </a:lnTo>
                  <a:lnTo>
                    <a:pt x="265439" y="1468714"/>
                  </a:lnTo>
                  <a:lnTo>
                    <a:pt x="233574" y="1436848"/>
                  </a:lnTo>
                  <a:lnTo>
                    <a:pt x="203422" y="1403341"/>
                  </a:lnTo>
                  <a:lnTo>
                    <a:pt x="175055" y="1368265"/>
                  </a:lnTo>
                  <a:lnTo>
                    <a:pt x="148543" y="1331692"/>
                  </a:lnTo>
                  <a:lnTo>
                    <a:pt x="123961" y="1293694"/>
                  </a:lnTo>
                  <a:lnTo>
                    <a:pt x="101378" y="1254343"/>
                  </a:lnTo>
                  <a:lnTo>
                    <a:pt x="80868" y="1213711"/>
                  </a:lnTo>
                  <a:lnTo>
                    <a:pt x="62501" y="1171869"/>
                  </a:lnTo>
                  <a:lnTo>
                    <a:pt x="46350" y="1128890"/>
                  </a:lnTo>
                  <a:lnTo>
                    <a:pt x="32487" y="1084845"/>
                  </a:lnTo>
                  <a:lnTo>
                    <a:pt x="20983" y="1039807"/>
                  </a:lnTo>
                  <a:lnTo>
                    <a:pt x="11910" y="993846"/>
                  </a:lnTo>
                  <a:lnTo>
                    <a:pt x="5341" y="947036"/>
                  </a:lnTo>
                  <a:lnTo>
                    <a:pt x="1347" y="899448"/>
                  </a:lnTo>
                  <a:lnTo>
                    <a:pt x="0" y="851154"/>
                  </a:lnTo>
                  <a:close/>
                </a:path>
              </a:pathLst>
            </a:custGeom>
            <a:ln w="27432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3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  <a:close/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  <a:close/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3460" y="0"/>
              <a:ext cx="8130540" cy="6858000"/>
            </a:xfrm>
            <a:custGeom>
              <a:avLst/>
              <a:gdLst/>
              <a:ahLst/>
              <a:cxnLst/>
              <a:rect l="l" t="t" r="r" b="b"/>
              <a:pathLst>
                <a:path w="8130540" h="6858000">
                  <a:moveTo>
                    <a:pt x="813054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0540" y="6858000"/>
                  </a:lnTo>
                  <a:lnTo>
                    <a:pt x="81305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194816" y="86868"/>
            <a:ext cx="7946390" cy="1705610"/>
            <a:chOff x="1194816" y="86868"/>
            <a:chExt cx="7946390" cy="1705610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94816" y="86868"/>
              <a:ext cx="2403348" cy="111099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33700" y="86868"/>
              <a:ext cx="3585972" cy="111099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95416" y="86868"/>
              <a:ext cx="1632204" cy="111099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94816" y="681227"/>
              <a:ext cx="7946135" cy="1110996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2055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Square</a:t>
            </a:r>
            <a:r>
              <a:rPr spc="25" dirty="0"/>
              <a:t> </a:t>
            </a:r>
            <a:r>
              <a:rPr spc="-35" dirty="0"/>
              <a:t>function:Take</a:t>
            </a:r>
            <a:r>
              <a:rPr spc="30" dirty="0"/>
              <a:t> </a:t>
            </a:r>
            <a:r>
              <a:rPr spc="-5" dirty="0"/>
              <a:t>one </a:t>
            </a:r>
            <a:r>
              <a:rPr dirty="0"/>
              <a:t> arguments </a:t>
            </a:r>
            <a:r>
              <a:rPr spc="-5" dirty="0"/>
              <a:t>and</a:t>
            </a:r>
            <a:r>
              <a:rPr spc="5" dirty="0"/>
              <a:t> </a:t>
            </a:r>
            <a:r>
              <a:rPr dirty="0"/>
              <a:t>returns its</a:t>
            </a:r>
            <a:r>
              <a:rPr spc="-20" dirty="0"/>
              <a:t> </a:t>
            </a:r>
            <a:r>
              <a:rPr dirty="0"/>
              <a:t>square</a:t>
            </a:r>
          </a:p>
        </p:txBody>
      </p:sp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47800" y="1600200"/>
            <a:ext cx="5609844" cy="2447544"/>
          </a:xfrm>
          <a:prstGeom prst="rect">
            <a:avLst/>
          </a:prstGeom>
        </p:spPr>
      </p:pic>
      <p:pic>
        <p:nvPicPr>
          <p:cNvPr id="21" name="Picture 20" descr="A black and red text&#10;&#10;Description automatically generated">
            <a:extLst>
              <a:ext uri="{FF2B5EF4-FFF2-40B4-BE49-F238E27FC236}">
                <a16:creationId xmlns:a16="http://schemas.microsoft.com/office/drawing/2014/main" id="{D0ADB8C2-79A0-33A9-F9FA-E04C408759A6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8269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505" y="0"/>
                  </a:lnTo>
                  <a:lnTo>
                    <a:pt x="0" y="819150"/>
                  </a:lnTo>
                  <a:lnTo>
                    <a:pt x="48635" y="817759"/>
                  </a:lnTo>
                  <a:lnTo>
                    <a:pt x="96034" y="813638"/>
                  </a:lnTo>
                  <a:lnTo>
                    <a:pt x="142623" y="806864"/>
                  </a:lnTo>
                  <a:lnTo>
                    <a:pt x="188327" y="797514"/>
                  </a:lnTo>
                  <a:lnTo>
                    <a:pt x="233067" y="785664"/>
                  </a:lnTo>
                  <a:lnTo>
                    <a:pt x="276768" y="771391"/>
                  </a:lnTo>
                  <a:lnTo>
                    <a:pt x="319353" y="754772"/>
                  </a:lnTo>
                  <a:lnTo>
                    <a:pt x="360744" y="735885"/>
                  </a:lnTo>
                  <a:lnTo>
                    <a:pt x="400865" y="714805"/>
                  </a:lnTo>
                  <a:lnTo>
                    <a:pt x="439639" y="691610"/>
                  </a:lnTo>
                  <a:lnTo>
                    <a:pt x="476990" y="666377"/>
                  </a:lnTo>
                  <a:lnTo>
                    <a:pt x="512839" y="639182"/>
                  </a:lnTo>
                  <a:lnTo>
                    <a:pt x="547112" y="610102"/>
                  </a:lnTo>
                  <a:lnTo>
                    <a:pt x="579729" y="579215"/>
                  </a:lnTo>
                  <a:lnTo>
                    <a:pt x="610616" y="546596"/>
                  </a:lnTo>
                  <a:lnTo>
                    <a:pt x="639695" y="512323"/>
                  </a:lnTo>
                  <a:lnTo>
                    <a:pt x="666889" y="476473"/>
                  </a:lnTo>
                  <a:lnTo>
                    <a:pt x="692122" y="439123"/>
                  </a:lnTo>
                  <a:lnTo>
                    <a:pt x="715316" y="400349"/>
                  </a:lnTo>
                  <a:lnTo>
                    <a:pt x="736395" y="360228"/>
                  </a:lnTo>
                  <a:lnTo>
                    <a:pt x="755281" y="318837"/>
                  </a:lnTo>
                  <a:lnTo>
                    <a:pt x="771899" y="276253"/>
                  </a:lnTo>
                  <a:lnTo>
                    <a:pt x="786171" y="232553"/>
                  </a:lnTo>
                  <a:lnTo>
                    <a:pt x="798020" y="187814"/>
                  </a:lnTo>
                  <a:lnTo>
                    <a:pt x="807370" y="142112"/>
                  </a:lnTo>
                  <a:lnTo>
                    <a:pt x="814144" y="95524"/>
                  </a:lnTo>
                  <a:lnTo>
                    <a:pt x="818264" y="48128"/>
                  </a:lnTo>
                  <a:lnTo>
                    <a:pt x="819655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818264" y="48128"/>
                  </a:lnTo>
                  <a:lnTo>
                    <a:pt x="814144" y="95524"/>
                  </a:lnTo>
                  <a:lnTo>
                    <a:pt x="807370" y="142112"/>
                  </a:lnTo>
                  <a:lnTo>
                    <a:pt x="798020" y="187814"/>
                  </a:lnTo>
                  <a:lnTo>
                    <a:pt x="786171" y="232553"/>
                  </a:lnTo>
                  <a:lnTo>
                    <a:pt x="771899" y="276253"/>
                  </a:lnTo>
                  <a:lnTo>
                    <a:pt x="755281" y="318837"/>
                  </a:lnTo>
                  <a:lnTo>
                    <a:pt x="736395" y="360228"/>
                  </a:lnTo>
                  <a:lnTo>
                    <a:pt x="715316" y="400349"/>
                  </a:lnTo>
                  <a:lnTo>
                    <a:pt x="692122" y="439123"/>
                  </a:lnTo>
                  <a:lnTo>
                    <a:pt x="666889" y="476473"/>
                  </a:lnTo>
                  <a:lnTo>
                    <a:pt x="639695" y="512323"/>
                  </a:lnTo>
                  <a:lnTo>
                    <a:pt x="610616" y="546596"/>
                  </a:lnTo>
                  <a:lnTo>
                    <a:pt x="579729" y="579215"/>
                  </a:lnTo>
                  <a:lnTo>
                    <a:pt x="547112" y="610102"/>
                  </a:lnTo>
                  <a:lnTo>
                    <a:pt x="512839" y="639182"/>
                  </a:lnTo>
                  <a:lnTo>
                    <a:pt x="476990" y="666377"/>
                  </a:lnTo>
                  <a:lnTo>
                    <a:pt x="439639" y="691610"/>
                  </a:lnTo>
                  <a:lnTo>
                    <a:pt x="400865" y="714805"/>
                  </a:lnTo>
                  <a:lnTo>
                    <a:pt x="360744" y="735885"/>
                  </a:lnTo>
                  <a:lnTo>
                    <a:pt x="319353" y="754772"/>
                  </a:lnTo>
                  <a:lnTo>
                    <a:pt x="276768" y="771391"/>
                  </a:lnTo>
                  <a:lnTo>
                    <a:pt x="233067" y="785664"/>
                  </a:lnTo>
                  <a:lnTo>
                    <a:pt x="188327" y="797514"/>
                  </a:lnTo>
                  <a:lnTo>
                    <a:pt x="142623" y="806864"/>
                  </a:lnTo>
                  <a:lnTo>
                    <a:pt x="96034" y="813638"/>
                  </a:lnTo>
                  <a:lnTo>
                    <a:pt x="48635" y="817759"/>
                  </a:lnTo>
                  <a:lnTo>
                    <a:pt x="505" y="819150"/>
                  </a:lnTo>
                  <a:lnTo>
                    <a:pt x="336" y="819150"/>
                  </a:lnTo>
                  <a:lnTo>
                    <a:pt x="168" y="819150"/>
                  </a:lnTo>
                  <a:lnTo>
                    <a:pt x="0" y="819150"/>
                  </a:lnTo>
                  <a:lnTo>
                    <a:pt x="505" y="0"/>
                  </a:lnTo>
                  <a:lnTo>
                    <a:pt x="819655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460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9163" y="21335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10" y="708461"/>
                  </a:lnTo>
                  <a:lnTo>
                    <a:pt x="20983" y="662500"/>
                  </a:lnTo>
                  <a:lnTo>
                    <a:pt x="32487" y="617462"/>
                  </a:lnTo>
                  <a:lnTo>
                    <a:pt x="46350" y="573417"/>
                  </a:lnTo>
                  <a:lnTo>
                    <a:pt x="62501" y="530438"/>
                  </a:lnTo>
                  <a:lnTo>
                    <a:pt x="80868" y="488596"/>
                  </a:lnTo>
                  <a:lnTo>
                    <a:pt x="101378" y="447964"/>
                  </a:lnTo>
                  <a:lnTo>
                    <a:pt x="123961" y="408613"/>
                  </a:lnTo>
                  <a:lnTo>
                    <a:pt x="148543" y="370615"/>
                  </a:lnTo>
                  <a:lnTo>
                    <a:pt x="175055" y="334042"/>
                  </a:lnTo>
                  <a:lnTo>
                    <a:pt x="203422" y="298966"/>
                  </a:lnTo>
                  <a:lnTo>
                    <a:pt x="233574" y="265459"/>
                  </a:lnTo>
                  <a:lnTo>
                    <a:pt x="265439" y="233593"/>
                  </a:lnTo>
                  <a:lnTo>
                    <a:pt x="298945" y="203439"/>
                  </a:lnTo>
                  <a:lnTo>
                    <a:pt x="334020" y="175070"/>
                  </a:lnTo>
                  <a:lnTo>
                    <a:pt x="370593" y="148557"/>
                  </a:lnTo>
                  <a:lnTo>
                    <a:pt x="408590" y="123973"/>
                  </a:lnTo>
                  <a:lnTo>
                    <a:pt x="447941" y="101388"/>
                  </a:lnTo>
                  <a:lnTo>
                    <a:pt x="488574" y="80876"/>
                  </a:lnTo>
                  <a:lnTo>
                    <a:pt x="530417" y="62508"/>
                  </a:lnTo>
                  <a:lnTo>
                    <a:pt x="573397" y="46355"/>
                  </a:lnTo>
                  <a:lnTo>
                    <a:pt x="617444" y="32490"/>
                  </a:lnTo>
                  <a:lnTo>
                    <a:pt x="662485" y="20985"/>
                  </a:lnTo>
                  <a:lnTo>
                    <a:pt x="708448" y="11912"/>
                  </a:lnTo>
                  <a:lnTo>
                    <a:pt x="755262" y="5342"/>
                  </a:lnTo>
                  <a:lnTo>
                    <a:pt x="802854" y="1347"/>
                  </a:lnTo>
                  <a:lnTo>
                    <a:pt x="851154" y="0"/>
                  </a:lnTo>
                  <a:lnTo>
                    <a:pt x="899448" y="1347"/>
                  </a:lnTo>
                  <a:lnTo>
                    <a:pt x="947036" y="5342"/>
                  </a:lnTo>
                  <a:lnTo>
                    <a:pt x="993846" y="11912"/>
                  </a:lnTo>
                  <a:lnTo>
                    <a:pt x="1039807" y="20985"/>
                  </a:lnTo>
                  <a:lnTo>
                    <a:pt x="1084845" y="32490"/>
                  </a:lnTo>
                  <a:lnTo>
                    <a:pt x="1128890" y="46355"/>
                  </a:lnTo>
                  <a:lnTo>
                    <a:pt x="1171869" y="62508"/>
                  </a:lnTo>
                  <a:lnTo>
                    <a:pt x="1213711" y="80876"/>
                  </a:lnTo>
                  <a:lnTo>
                    <a:pt x="1254343" y="101388"/>
                  </a:lnTo>
                  <a:lnTo>
                    <a:pt x="1293694" y="123973"/>
                  </a:lnTo>
                  <a:lnTo>
                    <a:pt x="1331692" y="148557"/>
                  </a:lnTo>
                  <a:lnTo>
                    <a:pt x="1368265" y="175070"/>
                  </a:lnTo>
                  <a:lnTo>
                    <a:pt x="1403341" y="203439"/>
                  </a:lnTo>
                  <a:lnTo>
                    <a:pt x="1436848" y="233593"/>
                  </a:lnTo>
                  <a:lnTo>
                    <a:pt x="1468714" y="265459"/>
                  </a:lnTo>
                  <a:lnTo>
                    <a:pt x="1498868" y="298966"/>
                  </a:lnTo>
                  <a:lnTo>
                    <a:pt x="1527237" y="334042"/>
                  </a:lnTo>
                  <a:lnTo>
                    <a:pt x="1553750" y="370615"/>
                  </a:lnTo>
                  <a:lnTo>
                    <a:pt x="1578334" y="408613"/>
                  </a:lnTo>
                  <a:lnTo>
                    <a:pt x="1600919" y="447964"/>
                  </a:lnTo>
                  <a:lnTo>
                    <a:pt x="1621431" y="488596"/>
                  </a:lnTo>
                  <a:lnTo>
                    <a:pt x="1639799" y="530438"/>
                  </a:lnTo>
                  <a:lnTo>
                    <a:pt x="1655952" y="573417"/>
                  </a:lnTo>
                  <a:lnTo>
                    <a:pt x="1669817" y="617462"/>
                  </a:lnTo>
                  <a:lnTo>
                    <a:pt x="1681322" y="662500"/>
                  </a:lnTo>
                  <a:lnTo>
                    <a:pt x="1690395" y="708461"/>
                  </a:lnTo>
                  <a:lnTo>
                    <a:pt x="1696965" y="755271"/>
                  </a:lnTo>
                  <a:lnTo>
                    <a:pt x="1700960" y="802859"/>
                  </a:lnTo>
                  <a:lnTo>
                    <a:pt x="1702308" y="851154"/>
                  </a:lnTo>
                  <a:lnTo>
                    <a:pt x="1700960" y="899448"/>
                  </a:lnTo>
                  <a:lnTo>
                    <a:pt x="1696965" y="947036"/>
                  </a:lnTo>
                  <a:lnTo>
                    <a:pt x="1690395" y="993846"/>
                  </a:lnTo>
                  <a:lnTo>
                    <a:pt x="1681322" y="1039807"/>
                  </a:lnTo>
                  <a:lnTo>
                    <a:pt x="1669817" y="1084845"/>
                  </a:lnTo>
                  <a:lnTo>
                    <a:pt x="1655952" y="1128890"/>
                  </a:lnTo>
                  <a:lnTo>
                    <a:pt x="1639799" y="1171869"/>
                  </a:lnTo>
                  <a:lnTo>
                    <a:pt x="1621431" y="1213711"/>
                  </a:lnTo>
                  <a:lnTo>
                    <a:pt x="1600919" y="1254343"/>
                  </a:lnTo>
                  <a:lnTo>
                    <a:pt x="1578334" y="1293694"/>
                  </a:lnTo>
                  <a:lnTo>
                    <a:pt x="1553750" y="1331692"/>
                  </a:lnTo>
                  <a:lnTo>
                    <a:pt x="1527237" y="1368265"/>
                  </a:lnTo>
                  <a:lnTo>
                    <a:pt x="1498868" y="1403341"/>
                  </a:lnTo>
                  <a:lnTo>
                    <a:pt x="1468714" y="1436848"/>
                  </a:lnTo>
                  <a:lnTo>
                    <a:pt x="1436848" y="1468714"/>
                  </a:lnTo>
                  <a:lnTo>
                    <a:pt x="1403341" y="1498868"/>
                  </a:lnTo>
                  <a:lnTo>
                    <a:pt x="1368265" y="1527237"/>
                  </a:lnTo>
                  <a:lnTo>
                    <a:pt x="1331692" y="1553750"/>
                  </a:lnTo>
                  <a:lnTo>
                    <a:pt x="1293694" y="1578334"/>
                  </a:lnTo>
                  <a:lnTo>
                    <a:pt x="1254343" y="1600919"/>
                  </a:lnTo>
                  <a:lnTo>
                    <a:pt x="1213711" y="1621431"/>
                  </a:lnTo>
                  <a:lnTo>
                    <a:pt x="1171869" y="1639799"/>
                  </a:lnTo>
                  <a:lnTo>
                    <a:pt x="1128890" y="1655952"/>
                  </a:lnTo>
                  <a:lnTo>
                    <a:pt x="1084845" y="1669817"/>
                  </a:lnTo>
                  <a:lnTo>
                    <a:pt x="1039807" y="1681322"/>
                  </a:lnTo>
                  <a:lnTo>
                    <a:pt x="993846" y="1690395"/>
                  </a:lnTo>
                  <a:lnTo>
                    <a:pt x="947036" y="1696965"/>
                  </a:lnTo>
                  <a:lnTo>
                    <a:pt x="899448" y="1700960"/>
                  </a:lnTo>
                  <a:lnTo>
                    <a:pt x="851154" y="1702308"/>
                  </a:lnTo>
                  <a:lnTo>
                    <a:pt x="802854" y="1700960"/>
                  </a:lnTo>
                  <a:lnTo>
                    <a:pt x="755262" y="1696965"/>
                  </a:lnTo>
                  <a:lnTo>
                    <a:pt x="708448" y="1690395"/>
                  </a:lnTo>
                  <a:lnTo>
                    <a:pt x="662485" y="1681322"/>
                  </a:lnTo>
                  <a:lnTo>
                    <a:pt x="617444" y="1669817"/>
                  </a:lnTo>
                  <a:lnTo>
                    <a:pt x="573397" y="1655952"/>
                  </a:lnTo>
                  <a:lnTo>
                    <a:pt x="530417" y="1639799"/>
                  </a:lnTo>
                  <a:lnTo>
                    <a:pt x="488574" y="1621431"/>
                  </a:lnTo>
                  <a:lnTo>
                    <a:pt x="447941" y="1600919"/>
                  </a:lnTo>
                  <a:lnTo>
                    <a:pt x="408590" y="1578334"/>
                  </a:lnTo>
                  <a:lnTo>
                    <a:pt x="370593" y="1553750"/>
                  </a:lnTo>
                  <a:lnTo>
                    <a:pt x="334020" y="1527237"/>
                  </a:lnTo>
                  <a:lnTo>
                    <a:pt x="298945" y="1498868"/>
                  </a:lnTo>
                  <a:lnTo>
                    <a:pt x="265439" y="1468714"/>
                  </a:lnTo>
                  <a:lnTo>
                    <a:pt x="233574" y="1436848"/>
                  </a:lnTo>
                  <a:lnTo>
                    <a:pt x="203422" y="1403341"/>
                  </a:lnTo>
                  <a:lnTo>
                    <a:pt x="175055" y="1368265"/>
                  </a:lnTo>
                  <a:lnTo>
                    <a:pt x="148543" y="1331692"/>
                  </a:lnTo>
                  <a:lnTo>
                    <a:pt x="123961" y="1293694"/>
                  </a:lnTo>
                  <a:lnTo>
                    <a:pt x="101378" y="1254343"/>
                  </a:lnTo>
                  <a:lnTo>
                    <a:pt x="80868" y="1213711"/>
                  </a:lnTo>
                  <a:lnTo>
                    <a:pt x="62501" y="1171869"/>
                  </a:lnTo>
                  <a:lnTo>
                    <a:pt x="46350" y="1128890"/>
                  </a:lnTo>
                  <a:lnTo>
                    <a:pt x="32487" y="1084845"/>
                  </a:lnTo>
                  <a:lnTo>
                    <a:pt x="20983" y="1039807"/>
                  </a:lnTo>
                  <a:lnTo>
                    <a:pt x="11910" y="993846"/>
                  </a:lnTo>
                  <a:lnTo>
                    <a:pt x="5341" y="947036"/>
                  </a:lnTo>
                  <a:lnTo>
                    <a:pt x="1347" y="899448"/>
                  </a:lnTo>
                  <a:lnTo>
                    <a:pt x="0" y="851154"/>
                  </a:lnTo>
                  <a:close/>
                </a:path>
              </a:pathLst>
            </a:custGeom>
            <a:ln w="27432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3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  <a:close/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  <a:close/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3460" y="0"/>
              <a:ext cx="8130540" cy="6858000"/>
            </a:xfrm>
            <a:custGeom>
              <a:avLst/>
              <a:gdLst/>
              <a:ahLst/>
              <a:cxnLst/>
              <a:rect l="l" t="t" r="r" b="b"/>
              <a:pathLst>
                <a:path w="8130540" h="6858000">
                  <a:moveTo>
                    <a:pt x="813054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0540" y="6858000"/>
                  </a:lnTo>
                  <a:lnTo>
                    <a:pt x="81305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162811" y="10667"/>
            <a:ext cx="7312659" cy="1876425"/>
            <a:chOff x="1162811" y="10667"/>
            <a:chExt cx="7312659" cy="1876425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62811" y="10667"/>
              <a:ext cx="7312152" cy="12207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62811" y="665987"/>
              <a:ext cx="2033016" cy="1220724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514602" y="163194"/>
            <a:ext cx="6455410" cy="1336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300" spc="-5" dirty="0"/>
              <a:t>Function</a:t>
            </a:r>
            <a:r>
              <a:rPr sz="4300" spc="-20" dirty="0"/>
              <a:t> </a:t>
            </a:r>
            <a:r>
              <a:rPr sz="4300" spc="-5" dirty="0"/>
              <a:t>returning multiple </a:t>
            </a:r>
            <a:r>
              <a:rPr sz="4300" spc="-1180" dirty="0"/>
              <a:t> </a:t>
            </a:r>
            <a:r>
              <a:rPr sz="4300" spc="-5" dirty="0"/>
              <a:t>value</a:t>
            </a:r>
            <a:endParaRPr sz="4300"/>
          </a:p>
        </p:txBody>
      </p:sp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37743" y="1524000"/>
            <a:ext cx="8830056" cy="4829556"/>
          </a:xfrm>
          <a:prstGeom prst="rect">
            <a:avLst/>
          </a:prstGeom>
        </p:spPr>
      </p:pic>
      <p:pic>
        <p:nvPicPr>
          <p:cNvPr id="19" name="Picture 18" descr="A black and red text&#10;&#10;Description automatically generated">
            <a:extLst>
              <a:ext uri="{FF2B5EF4-FFF2-40B4-BE49-F238E27FC236}">
                <a16:creationId xmlns:a16="http://schemas.microsoft.com/office/drawing/2014/main" id="{D30A03FC-ADB4-DE2B-5556-2E8D8C511E2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8269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505" y="0"/>
                  </a:lnTo>
                  <a:lnTo>
                    <a:pt x="0" y="819150"/>
                  </a:lnTo>
                  <a:lnTo>
                    <a:pt x="48635" y="817759"/>
                  </a:lnTo>
                  <a:lnTo>
                    <a:pt x="96034" y="813638"/>
                  </a:lnTo>
                  <a:lnTo>
                    <a:pt x="142623" y="806864"/>
                  </a:lnTo>
                  <a:lnTo>
                    <a:pt x="188327" y="797514"/>
                  </a:lnTo>
                  <a:lnTo>
                    <a:pt x="233067" y="785664"/>
                  </a:lnTo>
                  <a:lnTo>
                    <a:pt x="276768" y="771391"/>
                  </a:lnTo>
                  <a:lnTo>
                    <a:pt x="319353" y="754772"/>
                  </a:lnTo>
                  <a:lnTo>
                    <a:pt x="360744" y="735885"/>
                  </a:lnTo>
                  <a:lnTo>
                    <a:pt x="400865" y="714805"/>
                  </a:lnTo>
                  <a:lnTo>
                    <a:pt x="439639" y="691610"/>
                  </a:lnTo>
                  <a:lnTo>
                    <a:pt x="476990" y="666377"/>
                  </a:lnTo>
                  <a:lnTo>
                    <a:pt x="512839" y="639182"/>
                  </a:lnTo>
                  <a:lnTo>
                    <a:pt x="547112" y="610102"/>
                  </a:lnTo>
                  <a:lnTo>
                    <a:pt x="579729" y="579215"/>
                  </a:lnTo>
                  <a:lnTo>
                    <a:pt x="610616" y="546596"/>
                  </a:lnTo>
                  <a:lnTo>
                    <a:pt x="639695" y="512323"/>
                  </a:lnTo>
                  <a:lnTo>
                    <a:pt x="666889" y="476473"/>
                  </a:lnTo>
                  <a:lnTo>
                    <a:pt x="692122" y="439123"/>
                  </a:lnTo>
                  <a:lnTo>
                    <a:pt x="715316" y="400349"/>
                  </a:lnTo>
                  <a:lnTo>
                    <a:pt x="736395" y="360228"/>
                  </a:lnTo>
                  <a:lnTo>
                    <a:pt x="755281" y="318837"/>
                  </a:lnTo>
                  <a:lnTo>
                    <a:pt x="771899" y="276253"/>
                  </a:lnTo>
                  <a:lnTo>
                    <a:pt x="786171" y="232553"/>
                  </a:lnTo>
                  <a:lnTo>
                    <a:pt x="798020" y="187814"/>
                  </a:lnTo>
                  <a:lnTo>
                    <a:pt x="807370" y="142112"/>
                  </a:lnTo>
                  <a:lnTo>
                    <a:pt x="814144" y="95524"/>
                  </a:lnTo>
                  <a:lnTo>
                    <a:pt x="818264" y="48128"/>
                  </a:lnTo>
                  <a:lnTo>
                    <a:pt x="819655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818264" y="48128"/>
                  </a:lnTo>
                  <a:lnTo>
                    <a:pt x="814144" y="95524"/>
                  </a:lnTo>
                  <a:lnTo>
                    <a:pt x="807370" y="142112"/>
                  </a:lnTo>
                  <a:lnTo>
                    <a:pt x="798020" y="187814"/>
                  </a:lnTo>
                  <a:lnTo>
                    <a:pt x="786171" y="232553"/>
                  </a:lnTo>
                  <a:lnTo>
                    <a:pt x="771899" y="276253"/>
                  </a:lnTo>
                  <a:lnTo>
                    <a:pt x="755281" y="318837"/>
                  </a:lnTo>
                  <a:lnTo>
                    <a:pt x="736395" y="360228"/>
                  </a:lnTo>
                  <a:lnTo>
                    <a:pt x="715316" y="400349"/>
                  </a:lnTo>
                  <a:lnTo>
                    <a:pt x="692122" y="439123"/>
                  </a:lnTo>
                  <a:lnTo>
                    <a:pt x="666889" y="476473"/>
                  </a:lnTo>
                  <a:lnTo>
                    <a:pt x="639695" y="512323"/>
                  </a:lnTo>
                  <a:lnTo>
                    <a:pt x="610616" y="546596"/>
                  </a:lnTo>
                  <a:lnTo>
                    <a:pt x="579729" y="579215"/>
                  </a:lnTo>
                  <a:lnTo>
                    <a:pt x="547112" y="610102"/>
                  </a:lnTo>
                  <a:lnTo>
                    <a:pt x="512839" y="639182"/>
                  </a:lnTo>
                  <a:lnTo>
                    <a:pt x="476990" y="666377"/>
                  </a:lnTo>
                  <a:lnTo>
                    <a:pt x="439639" y="691610"/>
                  </a:lnTo>
                  <a:lnTo>
                    <a:pt x="400865" y="714805"/>
                  </a:lnTo>
                  <a:lnTo>
                    <a:pt x="360744" y="735885"/>
                  </a:lnTo>
                  <a:lnTo>
                    <a:pt x="319353" y="754772"/>
                  </a:lnTo>
                  <a:lnTo>
                    <a:pt x="276768" y="771391"/>
                  </a:lnTo>
                  <a:lnTo>
                    <a:pt x="233067" y="785664"/>
                  </a:lnTo>
                  <a:lnTo>
                    <a:pt x="188327" y="797514"/>
                  </a:lnTo>
                  <a:lnTo>
                    <a:pt x="142623" y="806864"/>
                  </a:lnTo>
                  <a:lnTo>
                    <a:pt x="96034" y="813638"/>
                  </a:lnTo>
                  <a:lnTo>
                    <a:pt x="48635" y="817759"/>
                  </a:lnTo>
                  <a:lnTo>
                    <a:pt x="505" y="819150"/>
                  </a:lnTo>
                  <a:lnTo>
                    <a:pt x="336" y="819150"/>
                  </a:lnTo>
                  <a:lnTo>
                    <a:pt x="168" y="819150"/>
                  </a:lnTo>
                  <a:lnTo>
                    <a:pt x="0" y="819150"/>
                  </a:lnTo>
                  <a:lnTo>
                    <a:pt x="505" y="0"/>
                  </a:lnTo>
                  <a:lnTo>
                    <a:pt x="819655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460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9163" y="21335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10" y="708461"/>
                  </a:lnTo>
                  <a:lnTo>
                    <a:pt x="20983" y="662500"/>
                  </a:lnTo>
                  <a:lnTo>
                    <a:pt x="32487" y="617462"/>
                  </a:lnTo>
                  <a:lnTo>
                    <a:pt x="46350" y="573417"/>
                  </a:lnTo>
                  <a:lnTo>
                    <a:pt x="62501" y="530438"/>
                  </a:lnTo>
                  <a:lnTo>
                    <a:pt x="80868" y="488596"/>
                  </a:lnTo>
                  <a:lnTo>
                    <a:pt x="101378" y="447964"/>
                  </a:lnTo>
                  <a:lnTo>
                    <a:pt x="123961" y="408613"/>
                  </a:lnTo>
                  <a:lnTo>
                    <a:pt x="148543" y="370615"/>
                  </a:lnTo>
                  <a:lnTo>
                    <a:pt x="175055" y="334042"/>
                  </a:lnTo>
                  <a:lnTo>
                    <a:pt x="203422" y="298966"/>
                  </a:lnTo>
                  <a:lnTo>
                    <a:pt x="233574" y="265459"/>
                  </a:lnTo>
                  <a:lnTo>
                    <a:pt x="265439" y="233593"/>
                  </a:lnTo>
                  <a:lnTo>
                    <a:pt x="298945" y="203439"/>
                  </a:lnTo>
                  <a:lnTo>
                    <a:pt x="334020" y="175070"/>
                  </a:lnTo>
                  <a:lnTo>
                    <a:pt x="370593" y="148557"/>
                  </a:lnTo>
                  <a:lnTo>
                    <a:pt x="408590" y="123973"/>
                  </a:lnTo>
                  <a:lnTo>
                    <a:pt x="447941" y="101388"/>
                  </a:lnTo>
                  <a:lnTo>
                    <a:pt x="488574" y="80876"/>
                  </a:lnTo>
                  <a:lnTo>
                    <a:pt x="530417" y="62508"/>
                  </a:lnTo>
                  <a:lnTo>
                    <a:pt x="573397" y="46355"/>
                  </a:lnTo>
                  <a:lnTo>
                    <a:pt x="617444" y="32490"/>
                  </a:lnTo>
                  <a:lnTo>
                    <a:pt x="662485" y="20985"/>
                  </a:lnTo>
                  <a:lnTo>
                    <a:pt x="708448" y="11912"/>
                  </a:lnTo>
                  <a:lnTo>
                    <a:pt x="755262" y="5342"/>
                  </a:lnTo>
                  <a:lnTo>
                    <a:pt x="802854" y="1347"/>
                  </a:lnTo>
                  <a:lnTo>
                    <a:pt x="851154" y="0"/>
                  </a:lnTo>
                  <a:lnTo>
                    <a:pt x="899448" y="1347"/>
                  </a:lnTo>
                  <a:lnTo>
                    <a:pt x="947036" y="5342"/>
                  </a:lnTo>
                  <a:lnTo>
                    <a:pt x="993846" y="11912"/>
                  </a:lnTo>
                  <a:lnTo>
                    <a:pt x="1039807" y="20985"/>
                  </a:lnTo>
                  <a:lnTo>
                    <a:pt x="1084845" y="32490"/>
                  </a:lnTo>
                  <a:lnTo>
                    <a:pt x="1128890" y="46355"/>
                  </a:lnTo>
                  <a:lnTo>
                    <a:pt x="1171869" y="62508"/>
                  </a:lnTo>
                  <a:lnTo>
                    <a:pt x="1213711" y="80876"/>
                  </a:lnTo>
                  <a:lnTo>
                    <a:pt x="1254343" y="101388"/>
                  </a:lnTo>
                  <a:lnTo>
                    <a:pt x="1293694" y="123973"/>
                  </a:lnTo>
                  <a:lnTo>
                    <a:pt x="1331692" y="148557"/>
                  </a:lnTo>
                  <a:lnTo>
                    <a:pt x="1368265" y="175070"/>
                  </a:lnTo>
                  <a:lnTo>
                    <a:pt x="1403341" y="203439"/>
                  </a:lnTo>
                  <a:lnTo>
                    <a:pt x="1436848" y="233593"/>
                  </a:lnTo>
                  <a:lnTo>
                    <a:pt x="1468714" y="265459"/>
                  </a:lnTo>
                  <a:lnTo>
                    <a:pt x="1498868" y="298966"/>
                  </a:lnTo>
                  <a:lnTo>
                    <a:pt x="1527237" y="334042"/>
                  </a:lnTo>
                  <a:lnTo>
                    <a:pt x="1553750" y="370615"/>
                  </a:lnTo>
                  <a:lnTo>
                    <a:pt x="1578334" y="408613"/>
                  </a:lnTo>
                  <a:lnTo>
                    <a:pt x="1600919" y="447964"/>
                  </a:lnTo>
                  <a:lnTo>
                    <a:pt x="1621431" y="488596"/>
                  </a:lnTo>
                  <a:lnTo>
                    <a:pt x="1639799" y="530438"/>
                  </a:lnTo>
                  <a:lnTo>
                    <a:pt x="1655952" y="573417"/>
                  </a:lnTo>
                  <a:lnTo>
                    <a:pt x="1669817" y="617462"/>
                  </a:lnTo>
                  <a:lnTo>
                    <a:pt x="1681322" y="662500"/>
                  </a:lnTo>
                  <a:lnTo>
                    <a:pt x="1690395" y="708461"/>
                  </a:lnTo>
                  <a:lnTo>
                    <a:pt x="1696965" y="755271"/>
                  </a:lnTo>
                  <a:lnTo>
                    <a:pt x="1700960" y="802859"/>
                  </a:lnTo>
                  <a:lnTo>
                    <a:pt x="1702308" y="851154"/>
                  </a:lnTo>
                  <a:lnTo>
                    <a:pt x="1700960" y="899448"/>
                  </a:lnTo>
                  <a:lnTo>
                    <a:pt x="1696965" y="947036"/>
                  </a:lnTo>
                  <a:lnTo>
                    <a:pt x="1690395" y="993846"/>
                  </a:lnTo>
                  <a:lnTo>
                    <a:pt x="1681322" y="1039807"/>
                  </a:lnTo>
                  <a:lnTo>
                    <a:pt x="1669817" y="1084845"/>
                  </a:lnTo>
                  <a:lnTo>
                    <a:pt x="1655952" y="1128890"/>
                  </a:lnTo>
                  <a:lnTo>
                    <a:pt x="1639799" y="1171869"/>
                  </a:lnTo>
                  <a:lnTo>
                    <a:pt x="1621431" y="1213711"/>
                  </a:lnTo>
                  <a:lnTo>
                    <a:pt x="1600919" y="1254343"/>
                  </a:lnTo>
                  <a:lnTo>
                    <a:pt x="1578334" y="1293694"/>
                  </a:lnTo>
                  <a:lnTo>
                    <a:pt x="1553750" y="1331692"/>
                  </a:lnTo>
                  <a:lnTo>
                    <a:pt x="1527237" y="1368265"/>
                  </a:lnTo>
                  <a:lnTo>
                    <a:pt x="1498868" y="1403341"/>
                  </a:lnTo>
                  <a:lnTo>
                    <a:pt x="1468714" y="1436848"/>
                  </a:lnTo>
                  <a:lnTo>
                    <a:pt x="1436848" y="1468714"/>
                  </a:lnTo>
                  <a:lnTo>
                    <a:pt x="1403341" y="1498868"/>
                  </a:lnTo>
                  <a:lnTo>
                    <a:pt x="1368265" y="1527237"/>
                  </a:lnTo>
                  <a:lnTo>
                    <a:pt x="1331692" y="1553750"/>
                  </a:lnTo>
                  <a:lnTo>
                    <a:pt x="1293694" y="1578334"/>
                  </a:lnTo>
                  <a:lnTo>
                    <a:pt x="1254343" y="1600919"/>
                  </a:lnTo>
                  <a:lnTo>
                    <a:pt x="1213711" y="1621431"/>
                  </a:lnTo>
                  <a:lnTo>
                    <a:pt x="1171869" y="1639799"/>
                  </a:lnTo>
                  <a:lnTo>
                    <a:pt x="1128890" y="1655952"/>
                  </a:lnTo>
                  <a:lnTo>
                    <a:pt x="1084845" y="1669817"/>
                  </a:lnTo>
                  <a:lnTo>
                    <a:pt x="1039807" y="1681322"/>
                  </a:lnTo>
                  <a:lnTo>
                    <a:pt x="993846" y="1690395"/>
                  </a:lnTo>
                  <a:lnTo>
                    <a:pt x="947036" y="1696965"/>
                  </a:lnTo>
                  <a:lnTo>
                    <a:pt x="899448" y="1700960"/>
                  </a:lnTo>
                  <a:lnTo>
                    <a:pt x="851154" y="1702308"/>
                  </a:lnTo>
                  <a:lnTo>
                    <a:pt x="802854" y="1700960"/>
                  </a:lnTo>
                  <a:lnTo>
                    <a:pt x="755262" y="1696965"/>
                  </a:lnTo>
                  <a:lnTo>
                    <a:pt x="708448" y="1690395"/>
                  </a:lnTo>
                  <a:lnTo>
                    <a:pt x="662485" y="1681322"/>
                  </a:lnTo>
                  <a:lnTo>
                    <a:pt x="617444" y="1669817"/>
                  </a:lnTo>
                  <a:lnTo>
                    <a:pt x="573397" y="1655952"/>
                  </a:lnTo>
                  <a:lnTo>
                    <a:pt x="530417" y="1639799"/>
                  </a:lnTo>
                  <a:lnTo>
                    <a:pt x="488574" y="1621431"/>
                  </a:lnTo>
                  <a:lnTo>
                    <a:pt x="447941" y="1600919"/>
                  </a:lnTo>
                  <a:lnTo>
                    <a:pt x="408590" y="1578334"/>
                  </a:lnTo>
                  <a:lnTo>
                    <a:pt x="370593" y="1553750"/>
                  </a:lnTo>
                  <a:lnTo>
                    <a:pt x="334020" y="1527237"/>
                  </a:lnTo>
                  <a:lnTo>
                    <a:pt x="298945" y="1498868"/>
                  </a:lnTo>
                  <a:lnTo>
                    <a:pt x="265439" y="1468714"/>
                  </a:lnTo>
                  <a:lnTo>
                    <a:pt x="233574" y="1436848"/>
                  </a:lnTo>
                  <a:lnTo>
                    <a:pt x="203422" y="1403341"/>
                  </a:lnTo>
                  <a:lnTo>
                    <a:pt x="175055" y="1368265"/>
                  </a:lnTo>
                  <a:lnTo>
                    <a:pt x="148543" y="1331692"/>
                  </a:lnTo>
                  <a:lnTo>
                    <a:pt x="123961" y="1293694"/>
                  </a:lnTo>
                  <a:lnTo>
                    <a:pt x="101378" y="1254343"/>
                  </a:lnTo>
                  <a:lnTo>
                    <a:pt x="80868" y="1213711"/>
                  </a:lnTo>
                  <a:lnTo>
                    <a:pt x="62501" y="1171869"/>
                  </a:lnTo>
                  <a:lnTo>
                    <a:pt x="46350" y="1128890"/>
                  </a:lnTo>
                  <a:lnTo>
                    <a:pt x="32487" y="1084845"/>
                  </a:lnTo>
                  <a:lnTo>
                    <a:pt x="20983" y="1039807"/>
                  </a:lnTo>
                  <a:lnTo>
                    <a:pt x="11910" y="993846"/>
                  </a:lnTo>
                  <a:lnTo>
                    <a:pt x="5341" y="947036"/>
                  </a:lnTo>
                  <a:lnTo>
                    <a:pt x="1347" y="899448"/>
                  </a:lnTo>
                  <a:lnTo>
                    <a:pt x="0" y="851154"/>
                  </a:lnTo>
                  <a:close/>
                </a:path>
              </a:pathLst>
            </a:custGeom>
            <a:ln w="27432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3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  <a:close/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  <a:close/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3460" y="0"/>
              <a:ext cx="8130540" cy="6858000"/>
            </a:xfrm>
            <a:custGeom>
              <a:avLst/>
              <a:gdLst/>
              <a:ahLst/>
              <a:cxnLst/>
              <a:rect l="l" t="t" r="r" b="b"/>
              <a:pathLst>
                <a:path w="8130540" h="6858000">
                  <a:moveTo>
                    <a:pt x="813054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0540" y="6858000"/>
                  </a:lnTo>
                  <a:lnTo>
                    <a:pt x="81305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194816" y="86868"/>
            <a:ext cx="5958840" cy="1705610"/>
            <a:chOff x="1194816" y="86868"/>
            <a:chExt cx="5958840" cy="1705610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94816" y="86868"/>
              <a:ext cx="5958840" cy="111099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94816" y="681227"/>
              <a:ext cx="2813304" cy="1110996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514602" y="225678"/>
            <a:ext cx="5179060" cy="1214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Scope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and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Lifetime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of </a:t>
            </a:r>
            <a:r>
              <a:rPr b="1" spc="-107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variables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295910" marR="757555" indent="-283845">
              <a:lnSpc>
                <a:spcPct val="80000"/>
              </a:lnSpc>
              <a:spcBef>
                <a:spcPts val="550"/>
              </a:spcBef>
              <a:buClr>
                <a:srgbClr val="3891A7"/>
              </a:buClr>
              <a:buSzPct val="78947"/>
              <a:buFont typeface="Segoe UI Symbol"/>
              <a:buChar char="⚫"/>
              <a:tabLst>
                <a:tab pos="295910" algn="l"/>
                <a:tab pos="296545" algn="l"/>
              </a:tabLst>
            </a:pPr>
            <a:r>
              <a:rPr spc="-5" dirty="0"/>
              <a:t>Scope</a:t>
            </a:r>
            <a:r>
              <a:rPr spc="20" dirty="0"/>
              <a:t> </a:t>
            </a:r>
            <a:r>
              <a:rPr spc="-5" dirty="0"/>
              <a:t>of</a:t>
            </a:r>
            <a:r>
              <a:rPr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5" dirty="0"/>
              <a:t>variable</a:t>
            </a:r>
            <a:r>
              <a:rPr spc="40" dirty="0"/>
              <a:t> </a:t>
            </a:r>
            <a:r>
              <a:rPr spc="-5" dirty="0"/>
              <a:t>is</a:t>
            </a:r>
            <a:r>
              <a:rPr dirty="0"/>
              <a:t> </a:t>
            </a:r>
            <a:r>
              <a:rPr spc="-5" dirty="0"/>
              <a:t>the</a:t>
            </a:r>
            <a:r>
              <a:rPr spc="10" dirty="0"/>
              <a:t> </a:t>
            </a:r>
            <a:r>
              <a:rPr spc="-5" dirty="0"/>
              <a:t>portion</a:t>
            </a:r>
            <a:r>
              <a:rPr spc="30" dirty="0"/>
              <a:t> </a:t>
            </a:r>
            <a:r>
              <a:rPr spc="-5" dirty="0"/>
              <a:t>of a</a:t>
            </a:r>
            <a:r>
              <a:rPr spc="20" dirty="0"/>
              <a:t> </a:t>
            </a:r>
            <a:r>
              <a:rPr spc="-5" dirty="0"/>
              <a:t>program</a:t>
            </a:r>
            <a:r>
              <a:rPr spc="30" dirty="0"/>
              <a:t> </a:t>
            </a:r>
            <a:r>
              <a:rPr spc="-5" dirty="0"/>
              <a:t>where</a:t>
            </a:r>
            <a:r>
              <a:rPr spc="35" dirty="0"/>
              <a:t> </a:t>
            </a:r>
            <a:r>
              <a:rPr spc="-5" dirty="0"/>
              <a:t>the </a:t>
            </a:r>
            <a:r>
              <a:rPr spc="-509" dirty="0"/>
              <a:t> </a:t>
            </a:r>
            <a:r>
              <a:rPr spc="-5" dirty="0"/>
              <a:t>variable</a:t>
            </a:r>
            <a:r>
              <a:rPr spc="30" dirty="0"/>
              <a:t> </a:t>
            </a:r>
            <a:r>
              <a:rPr spc="-5" dirty="0"/>
              <a:t>is recognized.</a:t>
            </a:r>
          </a:p>
          <a:p>
            <a:pPr marL="295910" indent="-283845">
              <a:lnSpc>
                <a:spcPts val="2055"/>
              </a:lnSpc>
              <a:spcBef>
                <a:spcPts val="145"/>
              </a:spcBef>
              <a:buClr>
                <a:srgbClr val="3891A7"/>
              </a:buClr>
              <a:buSzPct val="78947"/>
              <a:buFont typeface="Segoe UI Symbol"/>
              <a:buChar char="⚫"/>
              <a:tabLst>
                <a:tab pos="295910" algn="l"/>
                <a:tab pos="296545" algn="l"/>
              </a:tabLst>
            </a:pPr>
            <a:r>
              <a:rPr spc="-5" dirty="0"/>
              <a:t>Parameters</a:t>
            </a:r>
            <a:r>
              <a:rPr spc="45" dirty="0"/>
              <a:t> </a:t>
            </a:r>
            <a:r>
              <a:rPr spc="-5" dirty="0"/>
              <a:t>and</a:t>
            </a:r>
            <a:r>
              <a:rPr spc="25" dirty="0"/>
              <a:t> </a:t>
            </a:r>
            <a:r>
              <a:rPr spc="-5" dirty="0"/>
              <a:t>variables</a:t>
            </a:r>
            <a:r>
              <a:rPr spc="40" dirty="0"/>
              <a:t> </a:t>
            </a:r>
            <a:r>
              <a:rPr spc="-5" dirty="0"/>
              <a:t>defined</a:t>
            </a:r>
            <a:r>
              <a:rPr spc="50" dirty="0"/>
              <a:t> </a:t>
            </a:r>
            <a:r>
              <a:rPr spc="-5" dirty="0"/>
              <a:t>inside</a:t>
            </a:r>
            <a:r>
              <a:rPr spc="30" dirty="0"/>
              <a:t> </a:t>
            </a:r>
            <a:r>
              <a:rPr spc="-5" dirty="0"/>
              <a:t>a</a:t>
            </a:r>
            <a:r>
              <a:rPr spc="5" dirty="0"/>
              <a:t> </a:t>
            </a:r>
            <a:r>
              <a:rPr spc="-5" dirty="0"/>
              <a:t>function</a:t>
            </a:r>
            <a:r>
              <a:rPr spc="35" dirty="0"/>
              <a:t> </a:t>
            </a:r>
            <a:r>
              <a:rPr spc="-5" dirty="0"/>
              <a:t>is</a:t>
            </a:r>
            <a:r>
              <a:rPr spc="15" dirty="0"/>
              <a:t> </a:t>
            </a:r>
            <a:r>
              <a:rPr spc="-5" dirty="0"/>
              <a:t>not</a:t>
            </a:r>
            <a:r>
              <a:rPr spc="10" dirty="0"/>
              <a:t> </a:t>
            </a:r>
            <a:r>
              <a:rPr spc="-5" dirty="0"/>
              <a:t>visible</a:t>
            </a:r>
          </a:p>
          <a:p>
            <a:pPr marL="295910">
              <a:lnSpc>
                <a:spcPts val="2055"/>
              </a:lnSpc>
            </a:pPr>
            <a:r>
              <a:rPr spc="-5" dirty="0"/>
              <a:t>from outside.</a:t>
            </a:r>
            <a:r>
              <a:rPr spc="30" dirty="0"/>
              <a:t> </a:t>
            </a:r>
            <a:r>
              <a:rPr spc="-5" dirty="0"/>
              <a:t>Hence,</a:t>
            </a:r>
            <a:r>
              <a:rPr spc="25" dirty="0"/>
              <a:t> </a:t>
            </a:r>
            <a:r>
              <a:rPr spc="-5" dirty="0"/>
              <a:t>they</a:t>
            </a:r>
            <a:r>
              <a:rPr spc="15" dirty="0"/>
              <a:t> </a:t>
            </a:r>
            <a:r>
              <a:rPr spc="-5" dirty="0"/>
              <a:t>have</a:t>
            </a:r>
            <a:r>
              <a:rPr spc="25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5" dirty="0"/>
              <a:t>local</a:t>
            </a:r>
            <a:r>
              <a:rPr spc="25" dirty="0"/>
              <a:t> </a:t>
            </a:r>
            <a:r>
              <a:rPr spc="-5" dirty="0"/>
              <a:t>scope.</a:t>
            </a:r>
          </a:p>
          <a:p>
            <a:pPr marL="295910" marR="5080" indent="-283845" algn="just">
              <a:lnSpc>
                <a:spcPts val="1820"/>
              </a:lnSpc>
              <a:spcBef>
                <a:spcPts val="585"/>
              </a:spcBef>
              <a:buClr>
                <a:srgbClr val="3891A7"/>
              </a:buClr>
              <a:buSzPct val="78947"/>
              <a:buFont typeface="Segoe UI Symbol"/>
              <a:buChar char="⚫"/>
              <a:tabLst>
                <a:tab pos="296545" algn="l"/>
              </a:tabLst>
            </a:pPr>
            <a:r>
              <a:rPr spc="-5" dirty="0"/>
              <a:t>Lifetime of a variable is the period throughout </a:t>
            </a:r>
            <a:r>
              <a:rPr spc="-10" dirty="0"/>
              <a:t>which </a:t>
            </a:r>
            <a:r>
              <a:rPr spc="-5" dirty="0"/>
              <a:t>the variable </a:t>
            </a:r>
            <a:r>
              <a:rPr spc="-515" dirty="0"/>
              <a:t> </a:t>
            </a:r>
            <a:r>
              <a:rPr spc="-5" dirty="0"/>
              <a:t>exits in the </a:t>
            </a:r>
            <a:r>
              <a:rPr spc="-25" dirty="0"/>
              <a:t>memory. </a:t>
            </a:r>
            <a:r>
              <a:rPr spc="-5" dirty="0"/>
              <a:t>The lifetime of variables inside a function is </a:t>
            </a:r>
            <a:r>
              <a:rPr dirty="0"/>
              <a:t> </a:t>
            </a:r>
            <a:r>
              <a:rPr spc="-5" dirty="0"/>
              <a:t>as</a:t>
            </a:r>
            <a:r>
              <a:rPr spc="-10" dirty="0"/>
              <a:t> </a:t>
            </a:r>
            <a:r>
              <a:rPr spc="-5" dirty="0"/>
              <a:t>long</a:t>
            </a:r>
            <a:r>
              <a:rPr spc="25" dirty="0"/>
              <a:t> </a:t>
            </a:r>
            <a:r>
              <a:rPr spc="-5" dirty="0"/>
              <a:t>as</a:t>
            </a:r>
            <a:r>
              <a:rPr spc="10" dirty="0"/>
              <a:t> </a:t>
            </a:r>
            <a:r>
              <a:rPr spc="-5" dirty="0"/>
              <a:t>the function</a:t>
            </a:r>
            <a:r>
              <a:rPr spc="25" dirty="0"/>
              <a:t> </a:t>
            </a:r>
            <a:r>
              <a:rPr spc="-5" dirty="0"/>
              <a:t>executes.</a:t>
            </a:r>
          </a:p>
          <a:p>
            <a:pPr marL="295910" marR="126364" indent="-283845">
              <a:lnSpc>
                <a:spcPts val="1830"/>
              </a:lnSpc>
              <a:spcBef>
                <a:spcPts val="605"/>
              </a:spcBef>
              <a:buClr>
                <a:srgbClr val="3891A7"/>
              </a:buClr>
              <a:buSzPct val="78947"/>
              <a:buFont typeface="Segoe UI Symbol"/>
              <a:buChar char="⚫"/>
              <a:tabLst>
                <a:tab pos="295910" algn="l"/>
                <a:tab pos="296545" algn="l"/>
              </a:tabLst>
            </a:pPr>
            <a:r>
              <a:rPr spc="-5" dirty="0"/>
              <a:t>They</a:t>
            </a:r>
            <a:r>
              <a:rPr spc="15" dirty="0"/>
              <a:t> </a:t>
            </a:r>
            <a:r>
              <a:rPr spc="-5" dirty="0"/>
              <a:t>are</a:t>
            </a:r>
            <a:r>
              <a:rPr spc="20" dirty="0"/>
              <a:t> </a:t>
            </a:r>
            <a:r>
              <a:rPr spc="-5" dirty="0"/>
              <a:t>destroyed</a:t>
            </a:r>
            <a:r>
              <a:rPr spc="40" dirty="0"/>
              <a:t> </a:t>
            </a:r>
            <a:r>
              <a:rPr spc="-5" dirty="0"/>
              <a:t>once</a:t>
            </a:r>
            <a:r>
              <a:rPr spc="25" dirty="0"/>
              <a:t> </a:t>
            </a:r>
            <a:r>
              <a:rPr spc="-15" dirty="0"/>
              <a:t>we</a:t>
            </a:r>
            <a:r>
              <a:rPr spc="25" dirty="0"/>
              <a:t> </a:t>
            </a:r>
            <a:r>
              <a:rPr spc="-5" dirty="0"/>
              <a:t>return</a:t>
            </a:r>
            <a:r>
              <a:rPr spc="20" dirty="0"/>
              <a:t> </a:t>
            </a:r>
            <a:r>
              <a:rPr spc="-5" dirty="0"/>
              <a:t>from</a:t>
            </a:r>
            <a:r>
              <a:rPr spc="15" dirty="0"/>
              <a:t> </a:t>
            </a:r>
            <a:r>
              <a:rPr spc="-5" dirty="0"/>
              <a:t>the</a:t>
            </a:r>
            <a:r>
              <a:rPr spc="5" dirty="0"/>
              <a:t> </a:t>
            </a:r>
            <a:r>
              <a:rPr spc="-5" dirty="0"/>
              <a:t>function.</a:t>
            </a:r>
            <a:r>
              <a:rPr spc="30" dirty="0"/>
              <a:t> </a:t>
            </a:r>
            <a:r>
              <a:rPr spc="-5" dirty="0"/>
              <a:t>Hence,</a:t>
            </a:r>
            <a:r>
              <a:rPr spc="30" dirty="0"/>
              <a:t> </a:t>
            </a:r>
            <a:r>
              <a:rPr spc="-5" dirty="0"/>
              <a:t>a </a:t>
            </a:r>
            <a:r>
              <a:rPr spc="-509" dirty="0"/>
              <a:t> </a:t>
            </a:r>
            <a:r>
              <a:rPr spc="-5" dirty="0"/>
              <a:t>function</a:t>
            </a:r>
            <a:r>
              <a:rPr spc="25" dirty="0"/>
              <a:t> </a:t>
            </a:r>
            <a:r>
              <a:rPr spc="-5" dirty="0"/>
              <a:t>does</a:t>
            </a:r>
            <a:r>
              <a:rPr spc="25" dirty="0"/>
              <a:t> </a:t>
            </a:r>
            <a:r>
              <a:rPr spc="-5" dirty="0"/>
              <a:t>not</a:t>
            </a:r>
            <a:r>
              <a:rPr dirty="0"/>
              <a:t> </a:t>
            </a:r>
            <a:r>
              <a:rPr spc="-5" dirty="0"/>
              <a:t>remember</a:t>
            </a:r>
            <a:r>
              <a:rPr spc="45" dirty="0"/>
              <a:t> </a:t>
            </a:r>
            <a:r>
              <a:rPr spc="-5" dirty="0"/>
              <a:t>the</a:t>
            </a:r>
            <a:r>
              <a:rPr dirty="0"/>
              <a:t> </a:t>
            </a:r>
            <a:r>
              <a:rPr spc="-5" dirty="0"/>
              <a:t>value</a:t>
            </a:r>
            <a:r>
              <a:rPr spc="25" dirty="0"/>
              <a:t> </a:t>
            </a:r>
            <a:r>
              <a:rPr spc="-5" dirty="0"/>
              <a:t>of</a:t>
            </a:r>
            <a:r>
              <a:rPr dirty="0"/>
              <a:t> </a:t>
            </a:r>
            <a:r>
              <a:rPr spc="-5" dirty="0"/>
              <a:t>a</a:t>
            </a:r>
            <a:r>
              <a:rPr spc="20" dirty="0"/>
              <a:t> </a:t>
            </a:r>
            <a:r>
              <a:rPr spc="-5" dirty="0"/>
              <a:t>variable</a:t>
            </a:r>
            <a:r>
              <a:rPr spc="40" dirty="0"/>
              <a:t> </a:t>
            </a:r>
            <a:r>
              <a:rPr spc="-5" dirty="0"/>
              <a:t>from</a:t>
            </a:r>
            <a:r>
              <a:rPr spc="10" dirty="0"/>
              <a:t> </a:t>
            </a:r>
            <a:r>
              <a:rPr spc="-5" dirty="0"/>
              <a:t>its </a:t>
            </a:r>
            <a:r>
              <a:rPr dirty="0"/>
              <a:t> </a:t>
            </a:r>
            <a:r>
              <a:rPr spc="-5" dirty="0"/>
              <a:t>previous</a:t>
            </a:r>
            <a:r>
              <a:rPr spc="30" dirty="0"/>
              <a:t> </a:t>
            </a:r>
            <a:r>
              <a:rPr spc="-5" dirty="0"/>
              <a:t>calls.</a:t>
            </a:r>
          </a:p>
        </p:txBody>
      </p:sp>
      <p:pic>
        <p:nvPicPr>
          <p:cNvPr id="19" name="Picture 18" descr="A black and red text&#10;&#10;Description automatically generated">
            <a:extLst>
              <a:ext uri="{FF2B5EF4-FFF2-40B4-BE49-F238E27FC236}">
                <a16:creationId xmlns:a16="http://schemas.microsoft.com/office/drawing/2014/main" id="{34100DEF-A01B-306D-B8CC-15FF0DC9995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8269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505" y="0"/>
                  </a:lnTo>
                  <a:lnTo>
                    <a:pt x="0" y="819150"/>
                  </a:lnTo>
                  <a:lnTo>
                    <a:pt x="48635" y="817759"/>
                  </a:lnTo>
                  <a:lnTo>
                    <a:pt x="96034" y="813638"/>
                  </a:lnTo>
                  <a:lnTo>
                    <a:pt x="142623" y="806864"/>
                  </a:lnTo>
                  <a:lnTo>
                    <a:pt x="188327" y="797514"/>
                  </a:lnTo>
                  <a:lnTo>
                    <a:pt x="233067" y="785664"/>
                  </a:lnTo>
                  <a:lnTo>
                    <a:pt x="276768" y="771391"/>
                  </a:lnTo>
                  <a:lnTo>
                    <a:pt x="319353" y="754772"/>
                  </a:lnTo>
                  <a:lnTo>
                    <a:pt x="360744" y="735885"/>
                  </a:lnTo>
                  <a:lnTo>
                    <a:pt x="400865" y="714805"/>
                  </a:lnTo>
                  <a:lnTo>
                    <a:pt x="439639" y="691610"/>
                  </a:lnTo>
                  <a:lnTo>
                    <a:pt x="476990" y="666377"/>
                  </a:lnTo>
                  <a:lnTo>
                    <a:pt x="512839" y="639182"/>
                  </a:lnTo>
                  <a:lnTo>
                    <a:pt x="547112" y="610102"/>
                  </a:lnTo>
                  <a:lnTo>
                    <a:pt x="579729" y="579215"/>
                  </a:lnTo>
                  <a:lnTo>
                    <a:pt x="610616" y="546596"/>
                  </a:lnTo>
                  <a:lnTo>
                    <a:pt x="639695" y="512323"/>
                  </a:lnTo>
                  <a:lnTo>
                    <a:pt x="666889" y="476473"/>
                  </a:lnTo>
                  <a:lnTo>
                    <a:pt x="692122" y="439123"/>
                  </a:lnTo>
                  <a:lnTo>
                    <a:pt x="715316" y="400349"/>
                  </a:lnTo>
                  <a:lnTo>
                    <a:pt x="736395" y="360228"/>
                  </a:lnTo>
                  <a:lnTo>
                    <a:pt x="755281" y="318837"/>
                  </a:lnTo>
                  <a:lnTo>
                    <a:pt x="771899" y="276253"/>
                  </a:lnTo>
                  <a:lnTo>
                    <a:pt x="786171" y="232553"/>
                  </a:lnTo>
                  <a:lnTo>
                    <a:pt x="798020" y="187814"/>
                  </a:lnTo>
                  <a:lnTo>
                    <a:pt x="807370" y="142112"/>
                  </a:lnTo>
                  <a:lnTo>
                    <a:pt x="814144" y="95524"/>
                  </a:lnTo>
                  <a:lnTo>
                    <a:pt x="818264" y="48128"/>
                  </a:lnTo>
                  <a:lnTo>
                    <a:pt x="819655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818264" y="48128"/>
                  </a:lnTo>
                  <a:lnTo>
                    <a:pt x="814144" y="95524"/>
                  </a:lnTo>
                  <a:lnTo>
                    <a:pt x="807370" y="142112"/>
                  </a:lnTo>
                  <a:lnTo>
                    <a:pt x="798020" y="187814"/>
                  </a:lnTo>
                  <a:lnTo>
                    <a:pt x="786171" y="232553"/>
                  </a:lnTo>
                  <a:lnTo>
                    <a:pt x="771899" y="276253"/>
                  </a:lnTo>
                  <a:lnTo>
                    <a:pt x="755281" y="318837"/>
                  </a:lnTo>
                  <a:lnTo>
                    <a:pt x="736395" y="360228"/>
                  </a:lnTo>
                  <a:lnTo>
                    <a:pt x="715316" y="400349"/>
                  </a:lnTo>
                  <a:lnTo>
                    <a:pt x="692122" y="439123"/>
                  </a:lnTo>
                  <a:lnTo>
                    <a:pt x="666889" y="476473"/>
                  </a:lnTo>
                  <a:lnTo>
                    <a:pt x="639695" y="512323"/>
                  </a:lnTo>
                  <a:lnTo>
                    <a:pt x="610616" y="546596"/>
                  </a:lnTo>
                  <a:lnTo>
                    <a:pt x="579729" y="579215"/>
                  </a:lnTo>
                  <a:lnTo>
                    <a:pt x="547112" y="610102"/>
                  </a:lnTo>
                  <a:lnTo>
                    <a:pt x="512839" y="639182"/>
                  </a:lnTo>
                  <a:lnTo>
                    <a:pt x="476990" y="666377"/>
                  </a:lnTo>
                  <a:lnTo>
                    <a:pt x="439639" y="691610"/>
                  </a:lnTo>
                  <a:lnTo>
                    <a:pt x="400865" y="714805"/>
                  </a:lnTo>
                  <a:lnTo>
                    <a:pt x="360744" y="735885"/>
                  </a:lnTo>
                  <a:lnTo>
                    <a:pt x="319353" y="754772"/>
                  </a:lnTo>
                  <a:lnTo>
                    <a:pt x="276768" y="771391"/>
                  </a:lnTo>
                  <a:lnTo>
                    <a:pt x="233067" y="785664"/>
                  </a:lnTo>
                  <a:lnTo>
                    <a:pt x="188327" y="797514"/>
                  </a:lnTo>
                  <a:lnTo>
                    <a:pt x="142623" y="806864"/>
                  </a:lnTo>
                  <a:lnTo>
                    <a:pt x="96034" y="813638"/>
                  </a:lnTo>
                  <a:lnTo>
                    <a:pt x="48635" y="817759"/>
                  </a:lnTo>
                  <a:lnTo>
                    <a:pt x="505" y="819150"/>
                  </a:lnTo>
                  <a:lnTo>
                    <a:pt x="336" y="819150"/>
                  </a:lnTo>
                  <a:lnTo>
                    <a:pt x="168" y="819150"/>
                  </a:lnTo>
                  <a:lnTo>
                    <a:pt x="0" y="819150"/>
                  </a:lnTo>
                  <a:lnTo>
                    <a:pt x="505" y="0"/>
                  </a:lnTo>
                  <a:lnTo>
                    <a:pt x="819655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460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9163" y="21335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10" y="708461"/>
                  </a:lnTo>
                  <a:lnTo>
                    <a:pt x="20983" y="662500"/>
                  </a:lnTo>
                  <a:lnTo>
                    <a:pt x="32487" y="617462"/>
                  </a:lnTo>
                  <a:lnTo>
                    <a:pt x="46350" y="573417"/>
                  </a:lnTo>
                  <a:lnTo>
                    <a:pt x="62501" y="530438"/>
                  </a:lnTo>
                  <a:lnTo>
                    <a:pt x="80868" y="488596"/>
                  </a:lnTo>
                  <a:lnTo>
                    <a:pt x="101378" y="447964"/>
                  </a:lnTo>
                  <a:lnTo>
                    <a:pt x="123961" y="408613"/>
                  </a:lnTo>
                  <a:lnTo>
                    <a:pt x="148543" y="370615"/>
                  </a:lnTo>
                  <a:lnTo>
                    <a:pt x="175055" y="334042"/>
                  </a:lnTo>
                  <a:lnTo>
                    <a:pt x="203422" y="298966"/>
                  </a:lnTo>
                  <a:lnTo>
                    <a:pt x="233574" y="265459"/>
                  </a:lnTo>
                  <a:lnTo>
                    <a:pt x="265439" y="233593"/>
                  </a:lnTo>
                  <a:lnTo>
                    <a:pt x="298945" y="203439"/>
                  </a:lnTo>
                  <a:lnTo>
                    <a:pt x="334020" y="175070"/>
                  </a:lnTo>
                  <a:lnTo>
                    <a:pt x="370593" y="148557"/>
                  </a:lnTo>
                  <a:lnTo>
                    <a:pt x="408590" y="123973"/>
                  </a:lnTo>
                  <a:lnTo>
                    <a:pt x="447941" y="101388"/>
                  </a:lnTo>
                  <a:lnTo>
                    <a:pt x="488574" y="80876"/>
                  </a:lnTo>
                  <a:lnTo>
                    <a:pt x="530417" y="62508"/>
                  </a:lnTo>
                  <a:lnTo>
                    <a:pt x="573397" y="46355"/>
                  </a:lnTo>
                  <a:lnTo>
                    <a:pt x="617444" y="32490"/>
                  </a:lnTo>
                  <a:lnTo>
                    <a:pt x="662485" y="20985"/>
                  </a:lnTo>
                  <a:lnTo>
                    <a:pt x="708448" y="11912"/>
                  </a:lnTo>
                  <a:lnTo>
                    <a:pt x="755262" y="5342"/>
                  </a:lnTo>
                  <a:lnTo>
                    <a:pt x="802854" y="1347"/>
                  </a:lnTo>
                  <a:lnTo>
                    <a:pt x="851154" y="0"/>
                  </a:lnTo>
                  <a:lnTo>
                    <a:pt x="899448" y="1347"/>
                  </a:lnTo>
                  <a:lnTo>
                    <a:pt x="947036" y="5342"/>
                  </a:lnTo>
                  <a:lnTo>
                    <a:pt x="993846" y="11912"/>
                  </a:lnTo>
                  <a:lnTo>
                    <a:pt x="1039807" y="20985"/>
                  </a:lnTo>
                  <a:lnTo>
                    <a:pt x="1084845" y="32490"/>
                  </a:lnTo>
                  <a:lnTo>
                    <a:pt x="1128890" y="46355"/>
                  </a:lnTo>
                  <a:lnTo>
                    <a:pt x="1171869" y="62508"/>
                  </a:lnTo>
                  <a:lnTo>
                    <a:pt x="1213711" y="80876"/>
                  </a:lnTo>
                  <a:lnTo>
                    <a:pt x="1254343" y="101388"/>
                  </a:lnTo>
                  <a:lnTo>
                    <a:pt x="1293694" y="123973"/>
                  </a:lnTo>
                  <a:lnTo>
                    <a:pt x="1331692" y="148557"/>
                  </a:lnTo>
                  <a:lnTo>
                    <a:pt x="1368265" y="175070"/>
                  </a:lnTo>
                  <a:lnTo>
                    <a:pt x="1403341" y="203439"/>
                  </a:lnTo>
                  <a:lnTo>
                    <a:pt x="1436848" y="233593"/>
                  </a:lnTo>
                  <a:lnTo>
                    <a:pt x="1468714" y="265459"/>
                  </a:lnTo>
                  <a:lnTo>
                    <a:pt x="1498868" y="298966"/>
                  </a:lnTo>
                  <a:lnTo>
                    <a:pt x="1527237" y="334042"/>
                  </a:lnTo>
                  <a:lnTo>
                    <a:pt x="1553750" y="370615"/>
                  </a:lnTo>
                  <a:lnTo>
                    <a:pt x="1578334" y="408613"/>
                  </a:lnTo>
                  <a:lnTo>
                    <a:pt x="1600919" y="447964"/>
                  </a:lnTo>
                  <a:lnTo>
                    <a:pt x="1621431" y="488596"/>
                  </a:lnTo>
                  <a:lnTo>
                    <a:pt x="1639799" y="530438"/>
                  </a:lnTo>
                  <a:lnTo>
                    <a:pt x="1655952" y="573417"/>
                  </a:lnTo>
                  <a:lnTo>
                    <a:pt x="1669817" y="617462"/>
                  </a:lnTo>
                  <a:lnTo>
                    <a:pt x="1681322" y="662500"/>
                  </a:lnTo>
                  <a:lnTo>
                    <a:pt x="1690395" y="708461"/>
                  </a:lnTo>
                  <a:lnTo>
                    <a:pt x="1696965" y="755271"/>
                  </a:lnTo>
                  <a:lnTo>
                    <a:pt x="1700960" y="802859"/>
                  </a:lnTo>
                  <a:lnTo>
                    <a:pt x="1702308" y="851154"/>
                  </a:lnTo>
                  <a:lnTo>
                    <a:pt x="1700960" y="899448"/>
                  </a:lnTo>
                  <a:lnTo>
                    <a:pt x="1696965" y="947036"/>
                  </a:lnTo>
                  <a:lnTo>
                    <a:pt x="1690395" y="993846"/>
                  </a:lnTo>
                  <a:lnTo>
                    <a:pt x="1681322" y="1039807"/>
                  </a:lnTo>
                  <a:lnTo>
                    <a:pt x="1669817" y="1084845"/>
                  </a:lnTo>
                  <a:lnTo>
                    <a:pt x="1655952" y="1128890"/>
                  </a:lnTo>
                  <a:lnTo>
                    <a:pt x="1639799" y="1171869"/>
                  </a:lnTo>
                  <a:lnTo>
                    <a:pt x="1621431" y="1213711"/>
                  </a:lnTo>
                  <a:lnTo>
                    <a:pt x="1600919" y="1254343"/>
                  </a:lnTo>
                  <a:lnTo>
                    <a:pt x="1578334" y="1293694"/>
                  </a:lnTo>
                  <a:lnTo>
                    <a:pt x="1553750" y="1331692"/>
                  </a:lnTo>
                  <a:lnTo>
                    <a:pt x="1527237" y="1368265"/>
                  </a:lnTo>
                  <a:lnTo>
                    <a:pt x="1498868" y="1403341"/>
                  </a:lnTo>
                  <a:lnTo>
                    <a:pt x="1468714" y="1436848"/>
                  </a:lnTo>
                  <a:lnTo>
                    <a:pt x="1436848" y="1468714"/>
                  </a:lnTo>
                  <a:lnTo>
                    <a:pt x="1403341" y="1498868"/>
                  </a:lnTo>
                  <a:lnTo>
                    <a:pt x="1368265" y="1527237"/>
                  </a:lnTo>
                  <a:lnTo>
                    <a:pt x="1331692" y="1553750"/>
                  </a:lnTo>
                  <a:lnTo>
                    <a:pt x="1293694" y="1578334"/>
                  </a:lnTo>
                  <a:lnTo>
                    <a:pt x="1254343" y="1600919"/>
                  </a:lnTo>
                  <a:lnTo>
                    <a:pt x="1213711" y="1621431"/>
                  </a:lnTo>
                  <a:lnTo>
                    <a:pt x="1171869" y="1639799"/>
                  </a:lnTo>
                  <a:lnTo>
                    <a:pt x="1128890" y="1655952"/>
                  </a:lnTo>
                  <a:lnTo>
                    <a:pt x="1084845" y="1669817"/>
                  </a:lnTo>
                  <a:lnTo>
                    <a:pt x="1039807" y="1681322"/>
                  </a:lnTo>
                  <a:lnTo>
                    <a:pt x="993846" y="1690395"/>
                  </a:lnTo>
                  <a:lnTo>
                    <a:pt x="947036" y="1696965"/>
                  </a:lnTo>
                  <a:lnTo>
                    <a:pt x="899448" y="1700960"/>
                  </a:lnTo>
                  <a:lnTo>
                    <a:pt x="851154" y="1702308"/>
                  </a:lnTo>
                  <a:lnTo>
                    <a:pt x="802854" y="1700960"/>
                  </a:lnTo>
                  <a:lnTo>
                    <a:pt x="755262" y="1696965"/>
                  </a:lnTo>
                  <a:lnTo>
                    <a:pt x="708448" y="1690395"/>
                  </a:lnTo>
                  <a:lnTo>
                    <a:pt x="662485" y="1681322"/>
                  </a:lnTo>
                  <a:lnTo>
                    <a:pt x="617444" y="1669817"/>
                  </a:lnTo>
                  <a:lnTo>
                    <a:pt x="573397" y="1655952"/>
                  </a:lnTo>
                  <a:lnTo>
                    <a:pt x="530417" y="1639799"/>
                  </a:lnTo>
                  <a:lnTo>
                    <a:pt x="488574" y="1621431"/>
                  </a:lnTo>
                  <a:lnTo>
                    <a:pt x="447941" y="1600919"/>
                  </a:lnTo>
                  <a:lnTo>
                    <a:pt x="408590" y="1578334"/>
                  </a:lnTo>
                  <a:lnTo>
                    <a:pt x="370593" y="1553750"/>
                  </a:lnTo>
                  <a:lnTo>
                    <a:pt x="334020" y="1527237"/>
                  </a:lnTo>
                  <a:lnTo>
                    <a:pt x="298945" y="1498868"/>
                  </a:lnTo>
                  <a:lnTo>
                    <a:pt x="265439" y="1468714"/>
                  </a:lnTo>
                  <a:lnTo>
                    <a:pt x="233574" y="1436848"/>
                  </a:lnTo>
                  <a:lnTo>
                    <a:pt x="203422" y="1403341"/>
                  </a:lnTo>
                  <a:lnTo>
                    <a:pt x="175055" y="1368265"/>
                  </a:lnTo>
                  <a:lnTo>
                    <a:pt x="148543" y="1331692"/>
                  </a:lnTo>
                  <a:lnTo>
                    <a:pt x="123961" y="1293694"/>
                  </a:lnTo>
                  <a:lnTo>
                    <a:pt x="101378" y="1254343"/>
                  </a:lnTo>
                  <a:lnTo>
                    <a:pt x="80868" y="1213711"/>
                  </a:lnTo>
                  <a:lnTo>
                    <a:pt x="62501" y="1171869"/>
                  </a:lnTo>
                  <a:lnTo>
                    <a:pt x="46350" y="1128890"/>
                  </a:lnTo>
                  <a:lnTo>
                    <a:pt x="32487" y="1084845"/>
                  </a:lnTo>
                  <a:lnTo>
                    <a:pt x="20983" y="1039807"/>
                  </a:lnTo>
                  <a:lnTo>
                    <a:pt x="11910" y="993846"/>
                  </a:lnTo>
                  <a:lnTo>
                    <a:pt x="5341" y="947036"/>
                  </a:lnTo>
                  <a:lnTo>
                    <a:pt x="1347" y="899448"/>
                  </a:lnTo>
                  <a:lnTo>
                    <a:pt x="0" y="851154"/>
                  </a:lnTo>
                  <a:close/>
                </a:path>
              </a:pathLst>
            </a:custGeom>
            <a:ln w="27432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3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  <a:close/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  <a:close/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3460" y="0"/>
              <a:ext cx="8130540" cy="6858000"/>
            </a:xfrm>
            <a:custGeom>
              <a:avLst/>
              <a:gdLst/>
              <a:ahLst/>
              <a:cxnLst/>
              <a:rect l="l" t="t" r="r" b="b"/>
              <a:pathLst>
                <a:path w="8130540" h="6858000">
                  <a:moveTo>
                    <a:pt x="813054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0540" y="6858000"/>
                  </a:lnTo>
                  <a:lnTo>
                    <a:pt x="81305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459991" y="1459991"/>
            <a:ext cx="4775200" cy="1812289"/>
            <a:chOff x="1459991" y="1459991"/>
            <a:chExt cx="4775200" cy="1812289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59991" y="1459991"/>
              <a:ext cx="4774692" cy="181203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3999" y="1523999"/>
              <a:ext cx="4591812" cy="162915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504949" y="1504949"/>
              <a:ext cx="4630420" cy="1667510"/>
            </a:xfrm>
            <a:custGeom>
              <a:avLst/>
              <a:gdLst/>
              <a:ahLst/>
              <a:cxnLst/>
              <a:rect l="l" t="t" r="r" b="b"/>
              <a:pathLst>
                <a:path w="4630420" h="1667510">
                  <a:moveTo>
                    <a:pt x="0" y="1667255"/>
                  </a:moveTo>
                  <a:lnTo>
                    <a:pt x="4629912" y="1667255"/>
                  </a:lnTo>
                  <a:lnTo>
                    <a:pt x="4629912" y="0"/>
                  </a:lnTo>
                  <a:lnTo>
                    <a:pt x="0" y="0"/>
                  </a:lnTo>
                  <a:lnTo>
                    <a:pt x="0" y="166725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1383791" y="3898391"/>
            <a:ext cx="6299200" cy="1993900"/>
            <a:chOff x="1383791" y="3898391"/>
            <a:chExt cx="6299200" cy="1993900"/>
          </a:xfrm>
        </p:grpSpPr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83791" y="3898391"/>
              <a:ext cx="6298692" cy="199339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47799" y="3962399"/>
              <a:ext cx="6115811" cy="181051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428749" y="3943349"/>
              <a:ext cx="6154420" cy="1849120"/>
            </a:xfrm>
            <a:custGeom>
              <a:avLst/>
              <a:gdLst/>
              <a:ahLst/>
              <a:cxnLst/>
              <a:rect l="l" t="t" r="r" b="b"/>
              <a:pathLst>
                <a:path w="6154420" h="1849120">
                  <a:moveTo>
                    <a:pt x="0" y="1848612"/>
                  </a:moveTo>
                  <a:lnTo>
                    <a:pt x="6153911" y="1848612"/>
                  </a:lnTo>
                  <a:lnTo>
                    <a:pt x="6153911" y="0"/>
                  </a:lnTo>
                  <a:lnTo>
                    <a:pt x="0" y="0"/>
                  </a:lnTo>
                  <a:lnTo>
                    <a:pt x="0" y="184861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2" name="Picture 21" descr="A black and red text&#10;&#10;Description automatically generated">
            <a:extLst>
              <a:ext uri="{FF2B5EF4-FFF2-40B4-BE49-F238E27FC236}">
                <a16:creationId xmlns:a16="http://schemas.microsoft.com/office/drawing/2014/main" id="{46D52426-AF5A-881A-5B27-977A757CDE41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8269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505" y="0"/>
                  </a:lnTo>
                  <a:lnTo>
                    <a:pt x="0" y="819150"/>
                  </a:lnTo>
                  <a:lnTo>
                    <a:pt x="48635" y="817759"/>
                  </a:lnTo>
                  <a:lnTo>
                    <a:pt x="96034" y="813638"/>
                  </a:lnTo>
                  <a:lnTo>
                    <a:pt x="142623" y="806864"/>
                  </a:lnTo>
                  <a:lnTo>
                    <a:pt x="188327" y="797514"/>
                  </a:lnTo>
                  <a:lnTo>
                    <a:pt x="233067" y="785664"/>
                  </a:lnTo>
                  <a:lnTo>
                    <a:pt x="276768" y="771391"/>
                  </a:lnTo>
                  <a:lnTo>
                    <a:pt x="319353" y="754772"/>
                  </a:lnTo>
                  <a:lnTo>
                    <a:pt x="360744" y="735885"/>
                  </a:lnTo>
                  <a:lnTo>
                    <a:pt x="400865" y="714805"/>
                  </a:lnTo>
                  <a:lnTo>
                    <a:pt x="439639" y="691610"/>
                  </a:lnTo>
                  <a:lnTo>
                    <a:pt x="476990" y="666377"/>
                  </a:lnTo>
                  <a:lnTo>
                    <a:pt x="512839" y="639182"/>
                  </a:lnTo>
                  <a:lnTo>
                    <a:pt x="547112" y="610102"/>
                  </a:lnTo>
                  <a:lnTo>
                    <a:pt x="579729" y="579215"/>
                  </a:lnTo>
                  <a:lnTo>
                    <a:pt x="610616" y="546596"/>
                  </a:lnTo>
                  <a:lnTo>
                    <a:pt x="639695" y="512323"/>
                  </a:lnTo>
                  <a:lnTo>
                    <a:pt x="666889" y="476473"/>
                  </a:lnTo>
                  <a:lnTo>
                    <a:pt x="692122" y="439123"/>
                  </a:lnTo>
                  <a:lnTo>
                    <a:pt x="715316" y="400349"/>
                  </a:lnTo>
                  <a:lnTo>
                    <a:pt x="736395" y="360228"/>
                  </a:lnTo>
                  <a:lnTo>
                    <a:pt x="755281" y="318837"/>
                  </a:lnTo>
                  <a:lnTo>
                    <a:pt x="771899" y="276253"/>
                  </a:lnTo>
                  <a:lnTo>
                    <a:pt x="786171" y="232553"/>
                  </a:lnTo>
                  <a:lnTo>
                    <a:pt x="798020" y="187814"/>
                  </a:lnTo>
                  <a:lnTo>
                    <a:pt x="807370" y="142112"/>
                  </a:lnTo>
                  <a:lnTo>
                    <a:pt x="814144" y="95524"/>
                  </a:lnTo>
                  <a:lnTo>
                    <a:pt x="818264" y="48128"/>
                  </a:lnTo>
                  <a:lnTo>
                    <a:pt x="819655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818264" y="48128"/>
                  </a:lnTo>
                  <a:lnTo>
                    <a:pt x="814144" y="95524"/>
                  </a:lnTo>
                  <a:lnTo>
                    <a:pt x="807370" y="142112"/>
                  </a:lnTo>
                  <a:lnTo>
                    <a:pt x="798020" y="187814"/>
                  </a:lnTo>
                  <a:lnTo>
                    <a:pt x="786171" y="232553"/>
                  </a:lnTo>
                  <a:lnTo>
                    <a:pt x="771899" y="276253"/>
                  </a:lnTo>
                  <a:lnTo>
                    <a:pt x="755281" y="318837"/>
                  </a:lnTo>
                  <a:lnTo>
                    <a:pt x="736395" y="360228"/>
                  </a:lnTo>
                  <a:lnTo>
                    <a:pt x="715316" y="400349"/>
                  </a:lnTo>
                  <a:lnTo>
                    <a:pt x="692122" y="439123"/>
                  </a:lnTo>
                  <a:lnTo>
                    <a:pt x="666889" y="476473"/>
                  </a:lnTo>
                  <a:lnTo>
                    <a:pt x="639695" y="512323"/>
                  </a:lnTo>
                  <a:lnTo>
                    <a:pt x="610616" y="546596"/>
                  </a:lnTo>
                  <a:lnTo>
                    <a:pt x="579729" y="579215"/>
                  </a:lnTo>
                  <a:lnTo>
                    <a:pt x="547112" y="610102"/>
                  </a:lnTo>
                  <a:lnTo>
                    <a:pt x="512839" y="639182"/>
                  </a:lnTo>
                  <a:lnTo>
                    <a:pt x="476990" y="666377"/>
                  </a:lnTo>
                  <a:lnTo>
                    <a:pt x="439639" y="691610"/>
                  </a:lnTo>
                  <a:lnTo>
                    <a:pt x="400865" y="714805"/>
                  </a:lnTo>
                  <a:lnTo>
                    <a:pt x="360744" y="735885"/>
                  </a:lnTo>
                  <a:lnTo>
                    <a:pt x="319353" y="754772"/>
                  </a:lnTo>
                  <a:lnTo>
                    <a:pt x="276768" y="771391"/>
                  </a:lnTo>
                  <a:lnTo>
                    <a:pt x="233067" y="785664"/>
                  </a:lnTo>
                  <a:lnTo>
                    <a:pt x="188327" y="797514"/>
                  </a:lnTo>
                  <a:lnTo>
                    <a:pt x="142623" y="806864"/>
                  </a:lnTo>
                  <a:lnTo>
                    <a:pt x="96034" y="813638"/>
                  </a:lnTo>
                  <a:lnTo>
                    <a:pt x="48635" y="817759"/>
                  </a:lnTo>
                  <a:lnTo>
                    <a:pt x="505" y="819150"/>
                  </a:lnTo>
                  <a:lnTo>
                    <a:pt x="336" y="819150"/>
                  </a:lnTo>
                  <a:lnTo>
                    <a:pt x="168" y="819150"/>
                  </a:lnTo>
                  <a:lnTo>
                    <a:pt x="0" y="819150"/>
                  </a:lnTo>
                  <a:lnTo>
                    <a:pt x="505" y="0"/>
                  </a:lnTo>
                  <a:lnTo>
                    <a:pt x="819655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460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9163" y="21335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10" y="708461"/>
                  </a:lnTo>
                  <a:lnTo>
                    <a:pt x="20983" y="662500"/>
                  </a:lnTo>
                  <a:lnTo>
                    <a:pt x="32487" y="617462"/>
                  </a:lnTo>
                  <a:lnTo>
                    <a:pt x="46350" y="573417"/>
                  </a:lnTo>
                  <a:lnTo>
                    <a:pt x="62501" y="530438"/>
                  </a:lnTo>
                  <a:lnTo>
                    <a:pt x="80868" y="488596"/>
                  </a:lnTo>
                  <a:lnTo>
                    <a:pt x="101378" y="447964"/>
                  </a:lnTo>
                  <a:lnTo>
                    <a:pt x="123961" y="408613"/>
                  </a:lnTo>
                  <a:lnTo>
                    <a:pt x="148543" y="370615"/>
                  </a:lnTo>
                  <a:lnTo>
                    <a:pt x="175055" y="334042"/>
                  </a:lnTo>
                  <a:lnTo>
                    <a:pt x="203422" y="298966"/>
                  </a:lnTo>
                  <a:lnTo>
                    <a:pt x="233574" y="265459"/>
                  </a:lnTo>
                  <a:lnTo>
                    <a:pt x="265439" y="233593"/>
                  </a:lnTo>
                  <a:lnTo>
                    <a:pt x="298945" y="203439"/>
                  </a:lnTo>
                  <a:lnTo>
                    <a:pt x="334020" y="175070"/>
                  </a:lnTo>
                  <a:lnTo>
                    <a:pt x="370593" y="148557"/>
                  </a:lnTo>
                  <a:lnTo>
                    <a:pt x="408590" y="123973"/>
                  </a:lnTo>
                  <a:lnTo>
                    <a:pt x="447941" y="101388"/>
                  </a:lnTo>
                  <a:lnTo>
                    <a:pt x="488574" y="80876"/>
                  </a:lnTo>
                  <a:lnTo>
                    <a:pt x="530417" y="62508"/>
                  </a:lnTo>
                  <a:lnTo>
                    <a:pt x="573397" y="46355"/>
                  </a:lnTo>
                  <a:lnTo>
                    <a:pt x="617444" y="32490"/>
                  </a:lnTo>
                  <a:lnTo>
                    <a:pt x="662485" y="20985"/>
                  </a:lnTo>
                  <a:lnTo>
                    <a:pt x="708448" y="11912"/>
                  </a:lnTo>
                  <a:lnTo>
                    <a:pt x="755262" y="5342"/>
                  </a:lnTo>
                  <a:lnTo>
                    <a:pt x="802854" y="1347"/>
                  </a:lnTo>
                  <a:lnTo>
                    <a:pt x="851154" y="0"/>
                  </a:lnTo>
                  <a:lnTo>
                    <a:pt x="899448" y="1347"/>
                  </a:lnTo>
                  <a:lnTo>
                    <a:pt x="947036" y="5342"/>
                  </a:lnTo>
                  <a:lnTo>
                    <a:pt x="993846" y="11912"/>
                  </a:lnTo>
                  <a:lnTo>
                    <a:pt x="1039807" y="20985"/>
                  </a:lnTo>
                  <a:lnTo>
                    <a:pt x="1084845" y="32490"/>
                  </a:lnTo>
                  <a:lnTo>
                    <a:pt x="1128890" y="46355"/>
                  </a:lnTo>
                  <a:lnTo>
                    <a:pt x="1171869" y="62508"/>
                  </a:lnTo>
                  <a:lnTo>
                    <a:pt x="1213711" y="80876"/>
                  </a:lnTo>
                  <a:lnTo>
                    <a:pt x="1254343" y="101388"/>
                  </a:lnTo>
                  <a:lnTo>
                    <a:pt x="1293694" y="123973"/>
                  </a:lnTo>
                  <a:lnTo>
                    <a:pt x="1331692" y="148557"/>
                  </a:lnTo>
                  <a:lnTo>
                    <a:pt x="1368265" y="175070"/>
                  </a:lnTo>
                  <a:lnTo>
                    <a:pt x="1403341" y="203439"/>
                  </a:lnTo>
                  <a:lnTo>
                    <a:pt x="1436848" y="233593"/>
                  </a:lnTo>
                  <a:lnTo>
                    <a:pt x="1468714" y="265459"/>
                  </a:lnTo>
                  <a:lnTo>
                    <a:pt x="1498868" y="298966"/>
                  </a:lnTo>
                  <a:lnTo>
                    <a:pt x="1527237" y="334042"/>
                  </a:lnTo>
                  <a:lnTo>
                    <a:pt x="1553750" y="370615"/>
                  </a:lnTo>
                  <a:lnTo>
                    <a:pt x="1578334" y="408613"/>
                  </a:lnTo>
                  <a:lnTo>
                    <a:pt x="1600919" y="447964"/>
                  </a:lnTo>
                  <a:lnTo>
                    <a:pt x="1621431" y="488596"/>
                  </a:lnTo>
                  <a:lnTo>
                    <a:pt x="1639799" y="530438"/>
                  </a:lnTo>
                  <a:lnTo>
                    <a:pt x="1655952" y="573417"/>
                  </a:lnTo>
                  <a:lnTo>
                    <a:pt x="1669817" y="617462"/>
                  </a:lnTo>
                  <a:lnTo>
                    <a:pt x="1681322" y="662500"/>
                  </a:lnTo>
                  <a:lnTo>
                    <a:pt x="1690395" y="708461"/>
                  </a:lnTo>
                  <a:lnTo>
                    <a:pt x="1696965" y="755271"/>
                  </a:lnTo>
                  <a:lnTo>
                    <a:pt x="1700960" y="802859"/>
                  </a:lnTo>
                  <a:lnTo>
                    <a:pt x="1702308" y="851154"/>
                  </a:lnTo>
                  <a:lnTo>
                    <a:pt x="1700960" y="899448"/>
                  </a:lnTo>
                  <a:lnTo>
                    <a:pt x="1696965" y="947036"/>
                  </a:lnTo>
                  <a:lnTo>
                    <a:pt x="1690395" y="993846"/>
                  </a:lnTo>
                  <a:lnTo>
                    <a:pt x="1681322" y="1039807"/>
                  </a:lnTo>
                  <a:lnTo>
                    <a:pt x="1669817" y="1084845"/>
                  </a:lnTo>
                  <a:lnTo>
                    <a:pt x="1655952" y="1128890"/>
                  </a:lnTo>
                  <a:lnTo>
                    <a:pt x="1639799" y="1171869"/>
                  </a:lnTo>
                  <a:lnTo>
                    <a:pt x="1621431" y="1213711"/>
                  </a:lnTo>
                  <a:lnTo>
                    <a:pt x="1600919" y="1254343"/>
                  </a:lnTo>
                  <a:lnTo>
                    <a:pt x="1578334" y="1293694"/>
                  </a:lnTo>
                  <a:lnTo>
                    <a:pt x="1553750" y="1331692"/>
                  </a:lnTo>
                  <a:lnTo>
                    <a:pt x="1527237" y="1368265"/>
                  </a:lnTo>
                  <a:lnTo>
                    <a:pt x="1498868" y="1403341"/>
                  </a:lnTo>
                  <a:lnTo>
                    <a:pt x="1468714" y="1436848"/>
                  </a:lnTo>
                  <a:lnTo>
                    <a:pt x="1436848" y="1468714"/>
                  </a:lnTo>
                  <a:lnTo>
                    <a:pt x="1403341" y="1498868"/>
                  </a:lnTo>
                  <a:lnTo>
                    <a:pt x="1368265" y="1527237"/>
                  </a:lnTo>
                  <a:lnTo>
                    <a:pt x="1331692" y="1553750"/>
                  </a:lnTo>
                  <a:lnTo>
                    <a:pt x="1293694" y="1578334"/>
                  </a:lnTo>
                  <a:lnTo>
                    <a:pt x="1254343" y="1600919"/>
                  </a:lnTo>
                  <a:lnTo>
                    <a:pt x="1213711" y="1621431"/>
                  </a:lnTo>
                  <a:lnTo>
                    <a:pt x="1171869" y="1639799"/>
                  </a:lnTo>
                  <a:lnTo>
                    <a:pt x="1128890" y="1655952"/>
                  </a:lnTo>
                  <a:lnTo>
                    <a:pt x="1084845" y="1669817"/>
                  </a:lnTo>
                  <a:lnTo>
                    <a:pt x="1039807" y="1681322"/>
                  </a:lnTo>
                  <a:lnTo>
                    <a:pt x="993846" y="1690395"/>
                  </a:lnTo>
                  <a:lnTo>
                    <a:pt x="947036" y="1696965"/>
                  </a:lnTo>
                  <a:lnTo>
                    <a:pt x="899448" y="1700960"/>
                  </a:lnTo>
                  <a:lnTo>
                    <a:pt x="851154" y="1702308"/>
                  </a:lnTo>
                  <a:lnTo>
                    <a:pt x="802854" y="1700960"/>
                  </a:lnTo>
                  <a:lnTo>
                    <a:pt x="755262" y="1696965"/>
                  </a:lnTo>
                  <a:lnTo>
                    <a:pt x="708448" y="1690395"/>
                  </a:lnTo>
                  <a:lnTo>
                    <a:pt x="662485" y="1681322"/>
                  </a:lnTo>
                  <a:lnTo>
                    <a:pt x="617444" y="1669817"/>
                  </a:lnTo>
                  <a:lnTo>
                    <a:pt x="573397" y="1655952"/>
                  </a:lnTo>
                  <a:lnTo>
                    <a:pt x="530417" y="1639799"/>
                  </a:lnTo>
                  <a:lnTo>
                    <a:pt x="488574" y="1621431"/>
                  </a:lnTo>
                  <a:lnTo>
                    <a:pt x="447941" y="1600919"/>
                  </a:lnTo>
                  <a:lnTo>
                    <a:pt x="408590" y="1578334"/>
                  </a:lnTo>
                  <a:lnTo>
                    <a:pt x="370593" y="1553750"/>
                  </a:lnTo>
                  <a:lnTo>
                    <a:pt x="334020" y="1527237"/>
                  </a:lnTo>
                  <a:lnTo>
                    <a:pt x="298945" y="1498868"/>
                  </a:lnTo>
                  <a:lnTo>
                    <a:pt x="265439" y="1468714"/>
                  </a:lnTo>
                  <a:lnTo>
                    <a:pt x="233574" y="1436848"/>
                  </a:lnTo>
                  <a:lnTo>
                    <a:pt x="203422" y="1403341"/>
                  </a:lnTo>
                  <a:lnTo>
                    <a:pt x="175055" y="1368265"/>
                  </a:lnTo>
                  <a:lnTo>
                    <a:pt x="148543" y="1331692"/>
                  </a:lnTo>
                  <a:lnTo>
                    <a:pt x="123961" y="1293694"/>
                  </a:lnTo>
                  <a:lnTo>
                    <a:pt x="101378" y="1254343"/>
                  </a:lnTo>
                  <a:lnTo>
                    <a:pt x="80868" y="1213711"/>
                  </a:lnTo>
                  <a:lnTo>
                    <a:pt x="62501" y="1171869"/>
                  </a:lnTo>
                  <a:lnTo>
                    <a:pt x="46350" y="1128890"/>
                  </a:lnTo>
                  <a:lnTo>
                    <a:pt x="32487" y="1084845"/>
                  </a:lnTo>
                  <a:lnTo>
                    <a:pt x="20983" y="1039807"/>
                  </a:lnTo>
                  <a:lnTo>
                    <a:pt x="11910" y="993846"/>
                  </a:lnTo>
                  <a:lnTo>
                    <a:pt x="5341" y="947036"/>
                  </a:lnTo>
                  <a:lnTo>
                    <a:pt x="1347" y="899448"/>
                  </a:lnTo>
                  <a:lnTo>
                    <a:pt x="0" y="851154"/>
                  </a:lnTo>
                  <a:close/>
                </a:path>
              </a:pathLst>
            </a:custGeom>
            <a:ln w="27432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3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  <a:close/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  <a:close/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3460" y="0"/>
              <a:ext cx="8130540" cy="6858000"/>
            </a:xfrm>
            <a:custGeom>
              <a:avLst/>
              <a:gdLst/>
              <a:ahLst/>
              <a:cxnLst/>
              <a:rect l="l" t="t" r="r" b="b"/>
              <a:pathLst>
                <a:path w="8130540" h="6858000">
                  <a:moveTo>
                    <a:pt x="813054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0540" y="6858000"/>
                  </a:lnTo>
                  <a:lnTo>
                    <a:pt x="81305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24000" y="1600200"/>
            <a:ext cx="6230111" cy="2133600"/>
          </a:xfrm>
          <a:prstGeom prst="rect">
            <a:avLst/>
          </a:prstGeom>
        </p:spPr>
      </p:pic>
      <p:pic>
        <p:nvPicPr>
          <p:cNvPr id="15" name="Picture 14" descr="A black and red text&#10;&#10;Description automatically generated">
            <a:extLst>
              <a:ext uri="{FF2B5EF4-FFF2-40B4-BE49-F238E27FC236}">
                <a16:creationId xmlns:a16="http://schemas.microsoft.com/office/drawing/2014/main" id="{405A573A-55DB-D508-BE31-8BDB2A91B37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8269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505" y="0"/>
                  </a:lnTo>
                  <a:lnTo>
                    <a:pt x="0" y="819150"/>
                  </a:lnTo>
                  <a:lnTo>
                    <a:pt x="48635" y="817759"/>
                  </a:lnTo>
                  <a:lnTo>
                    <a:pt x="96034" y="813638"/>
                  </a:lnTo>
                  <a:lnTo>
                    <a:pt x="142623" y="806864"/>
                  </a:lnTo>
                  <a:lnTo>
                    <a:pt x="188327" y="797514"/>
                  </a:lnTo>
                  <a:lnTo>
                    <a:pt x="233067" y="785664"/>
                  </a:lnTo>
                  <a:lnTo>
                    <a:pt x="276768" y="771391"/>
                  </a:lnTo>
                  <a:lnTo>
                    <a:pt x="319353" y="754772"/>
                  </a:lnTo>
                  <a:lnTo>
                    <a:pt x="360744" y="735885"/>
                  </a:lnTo>
                  <a:lnTo>
                    <a:pt x="400865" y="714805"/>
                  </a:lnTo>
                  <a:lnTo>
                    <a:pt x="439639" y="691610"/>
                  </a:lnTo>
                  <a:lnTo>
                    <a:pt x="476990" y="666377"/>
                  </a:lnTo>
                  <a:lnTo>
                    <a:pt x="512839" y="639182"/>
                  </a:lnTo>
                  <a:lnTo>
                    <a:pt x="547112" y="610102"/>
                  </a:lnTo>
                  <a:lnTo>
                    <a:pt x="579729" y="579215"/>
                  </a:lnTo>
                  <a:lnTo>
                    <a:pt x="610616" y="546596"/>
                  </a:lnTo>
                  <a:lnTo>
                    <a:pt x="639695" y="512323"/>
                  </a:lnTo>
                  <a:lnTo>
                    <a:pt x="666889" y="476473"/>
                  </a:lnTo>
                  <a:lnTo>
                    <a:pt x="692122" y="439123"/>
                  </a:lnTo>
                  <a:lnTo>
                    <a:pt x="715316" y="400349"/>
                  </a:lnTo>
                  <a:lnTo>
                    <a:pt x="736395" y="360228"/>
                  </a:lnTo>
                  <a:lnTo>
                    <a:pt x="755281" y="318837"/>
                  </a:lnTo>
                  <a:lnTo>
                    <a:pt x="771899" y="276253"/>
                  </a:lnTo>
                  <a:lnTo>
                    <a:pt x="786171" y="232553"/>
                  </a:lnTo>
                  <a:lnTo>
                    <a:pt x="798020" y="187814"/>
                  </a:lnTo>
                  <a:lnTo>
                    <a:pt x="807370" y="142112"/>
                  </a:lnTo>
                  <a:lnTo>
                    <a:pt x="814144" y="95524"/>
                  </a:lnTo>
                  <a:lnTo>
                    <a:pt x="818264" y="48128"/>
                  </a:lnTo>
                  <a:lnTo>
                    <a:pt x="819655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818264" y="48128"/>
                  </a:lnTo>
                  <a:lnTo>
                    <a:pt x="814144" y="95524"/>
                  </a:lnTo>
                  <a:lnTo>
                    <a:pt x="807370" y="142112"/>
                  </a:lnTo>
                  <a:lnTo>
                    <a:pt x="798020" y="187814"/>
                  </a:lnTo>
                  <a:lnTo>
                    <a:pt x="786171" y="232553"/>
                  </a:lnTo>
                  <a:lnTo>
                    <a:pt x="771899" y="276253"/>
                  </a:lnTo>
                  <a:lnTo>
                    <a:pt x="755281" y="318837"/>
                  </a:lnTo>
                  <a:lnTo>
                    <a:pt x="736395" y="360228"/>
                  </a:lnTo>
                  <a:lnTo>
                    <a:pt x="715316" y="400349"/>
                  </a:lnTo>
                  <a:lnTo>
                    <a:pt x="692122" y="439123"/>
                  </a:lnTo>
                  <a:lnTo>
                    <a:pt x="666889" y="476473"/>
                  </a:lnTo>
                  <a:lnTo>
                    <a:pt x="639695" y="512323"/>
                  </a:lnTo>
                  <a:lnTo>
                    <a:pt x="610616" y="546596"/>
                  </a:lnTo>
                  <a:lnTo>
                    <a:pt x="579729" y="579215"/>
                  </a:lnTo>
                  <a:lnTo>
                    <a:pt x="547112" y="610102"/>
                  </a:lnTo>
                  <a:lnTo>
                    <a:pt x="512839" y="639182"/>
                  </a:lnTo>
                  <a:lnTo>
                    <a:pt x="476990" y="666377"/>
                  </a:lnTo>
                  <a:lnTo>
                    <a:pt x="439639" y="691610"/>
                  </a:lnTo>
                  <a:lnTo>
                    <a:pt x="400865" y="714805"/>
                  </a:lnTo>
                  <a:lnTo>
                    <a:pt x="360744" y="735885"/>
                  </a:lnTo>
                  <a:lnTo>
                    <a:pt x="319353" y="754772"/>
                  </a:lnTo>
                  <a:lnTo>
                    <a:pt x="276768" y="771391"/>
                  </a:lnTo>
                  <a:lnTo>
                    <a:pt x="233067" y="785664"/>
                  </a:lnTo>
                  <a:lnTo>
                    <a:pt x="188327" y="797514"/>
                  </a:lnTo>
                  <a:lnTo>
                    <a:pt x="142623" y="806864"/>
                  </a:lnTo>
                  <a:lnTo>
                    <a:pt x="96034" y="813638"/>
                  </a:lnTo>
                  <a:lnTo>
                    <a:pt x="48635" y="817759"/>
                  </a:lnTo>
                  <a:lnTo>
                    <a:pt x="505" y="819150"/>
                  </a:lnTo>
                  <a:lnTo>
                    <a:pt x="336" y="819150"/>
                  </a:lnTo>
                  <a:lnTo>
                    <a:pt x="168" y="819150"/>
                  </a:lnTo>
                  <a:lnTo>
                    <a:pt x="0" y="819150"/>
                  </a:lnTo>
                  <a:lnTo>
                    <a:pt x="505" y="0"/>
                  </a:lnTo>
                  <a:lnTo>
                    <a:pt x="819655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460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9163" y="21335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10" y="708461"/>
                  </a:lnTo>
                  <a:lnTo>
                    <a:pt x="20983" y="662500"/>
                  </a:lnTo>
                  <a:lnTo>
                    <a:pt x="32487" y="617462"/>
                  </a:lnTo>
                  <a:lnTo>
                    <a:pt x="46350" y="573417"/>
                  </a:lnTo>
                  <a:lnTo>
                    <a:pt x="62501" y="530438"/>
                  </a:lnTo>
                  <a:lnTo>
                    <a:pt x="80868" y="488596"/>
                  </a:lnTo>
                  <a:lnTo>
                    <a:pt x="101378" y="447964"/>
                  </a:lnTo>
                  <a:lnTo>
                    <a:pt x="123961" y="408613"/>
                  </a:lnTo>
                  <a:lnTo>
                    <a:pt x="148543" y="370615"/>
                  </a:lnTo>
                  <a:lnTo>
                    <a:pt x="175055" y="334042"/>
                  </a:lnTo>
                  <a:lnTo>
                    <a:pt x="203422" y="298966"/>
                  </a:lnTo>
                  <a:lnTo>
                    <a:pt x="233574" y="265459"/>
                  </a:lnTo>
                  <a:lnTo>
                    <a:pt x="265439" y="233593"/>
                  </a:lnTo>
                  <a:lnTo>
                    <a:pt x="298945" y="203439"/>
                  </a:lnTo>
                  <a:lnTo>
                    <a:pt x="334020" y="175070"/>
                  </a:lnTo>
                  <a:lnTo>
                    <a:pt x="370593" y="148557"/>
                  </a:lnTo>
                  <a:lnTo>
                    <a:pt x="408590" y="123973"/>
                  </a:lnTo>
                  <a:lnTo>
                    <a:pt x="447941" y="101388"/>
                  </a:lnTo>
                  <a:lnTo>
                    <a:pt x="488574" y="80876"/>
                  </a:lnTo>
                  <a:lnTo>
                    <a:pt x="530417" y="62508"/>
                  </a:lnTo>
                  <a:lnTo>
                    <a:pt x="573397" y="46355"/>
                  </a:lnTo>
                  <a:lnTo>
                    <a:pt x="617444" y="32490"/>
                  </a:lnTo>
                  <a:lnTo>
                    <a:pt x="662485" y="20985"/>
                  </a:lnTo>
                  <a:lnTo>
                    <a:pt x="708448" y="11912"/>
                  </a:lnTo>
                  <a:lnTo>
                    <a:pt x="755262" y="5342"/>
                  </a:lnTo>
                  <a:lnTo>
                    <a:pt x="802854" y="1347"/>
                  </a:lnTo>
                  <a:lnTo>
                    <a:pt x="851154" y="0"/>
                  </a:lnTo>
                  <a:lnTo>
                    <a:pt x="899448" y="1347"/>
                  </a:lnTo>
                  <a:lnTo>
                    <a:pt x="947036" y="5342"/>
                  </a:lnTo>
                  <a:lnTo>
                    <a:pt x="993846" y="11912"/>
                  </a:lnTo>
                  <a:lnTo>
                    <a:pt x="1039807" y="20985"/>
                  </a:lnTo>
                  <a:lnTo>
                    <a:pt x="1084845" y="32490"/>
                  </a:lnTo>
                  <a:lnTo>
                    <a:pt x="1128890" y="46355"/>
                  </a:lnTo>
                  <a:lnTo>
                    <a:pt x="1171869" y="62508"/>
                  </a:lnTo>
                  <a:lnTo>
                    <a:pt x="1213711" y="80876"/>
                  </a:lnTo>
                  <a:lnTo>
                    <a:pt x="1254343" y="101388"/>
                  </a:lnTo>
                  <a:lnTo>
                    <a:pt x="1293694" y="123973"/>
                  </a:lnTo>
                  <a:lnTo>
                    <a:pt x="1331692" y="148557"/>
                  </a:lnTo>
                  <a:lnTo>
                    <a:pt x="1368265" y="175070"/>
                  </a:lnTo>
                  <a:lnTo>
                    <a:pt x="1403341" y="203439"/>
                  </a:lnTo>
                  <a:lnTo>
                    <a:pt x="1436848" y="233593"/>
                  </a:lnTo>
                  <a:lnTo>
                    <a:pt x="1468714" y="265459"/>
                  </a:lnTo>
                  <a:lnTo>
                    <a:pt x="1498868" y="298966"/>
                  </a:lnTo>
                  <a:lnTo>
                    <a:pt x="1527237" y="334042"/>
                  </a:lnTo>
                  <a:lnTo>
                    <a:pt x="1553750" y="370615"/>
                  </a:lnTo>
                  <a:lnTo>
                    <a:pt x="1578334" y="408613"/>
                  </a:lnTo>
                  <a:lnTo>
                    <a:pt x="1600919" y="447964"/>
                  </a:lnTo>
                  <a:lnTo>
                    <a:pt x="1621431" y="488596"/>
                  </a:lnTo>
                  <a:lnTo>
                    <a:pt x="1639799" y="530438"/>
                  </a:lnTo>
                  <a:lnTo>
                    <a:pt x="1655952" y="573417"/>
                  </a:lnTo>
                  <a:lnTo>
                    <a:pt x="1669817" y="617462"/>
                  </a:lnTo>
                  <a:lnTo>
                    <a:pt x="1681322" y="662500"/>
                  </a:lnTo>
                  <a:lnTo>
                    <a:pt x="1690395" y="708461"/>
                  </a:lnTo>
                  <a:lnTo>
                    <a:pt x="1696965" y="755271"/>
                  </a:lnTo>
                  <a:lnTo>
                    <a:pt x="1700960" y="802859"/>
                  </a:lnTo>
                  <a:lnTo>
                    <a:pt x="1702308" y="851154"/>
                  </a:lnTo>
                  <a:lnTo>
                    <a:pt x="1700960" y="899448"/>
                  </a:lnTo>
                  <a:lnTo>
                    <a:pt x="1696965" y="947036"/>
                  </a:lnTo>
                  <a:lnTo>
                    <a:pt x="1690395" y="993846"/>
                  </a:lnTo>
                  <a:lnTo>
                    <a:pt x="1681322" y="1039807"/>
                  </a:lnTo>
                  <a:lnTo>
                    <a:pt x="1669817" y="1084845"/>
                  </a:lnTo>
                  <a:lnTo>
                    <a:pt x="1655952" y="1128890"/>
                  </a:lnTo>
                  <a:lnTo>
                    <a:pt x="1639799" y="1171869"/>
                  </a:lnTo>
                  <a:lnTo>
                    <a:pt x="1621431" y="1213711"/>
                  </a:lnTo>
                  <a:lnTo>
                    <a:pt x="1600919" y="1254343"/>
                  </a:lnTo>
                  <a:lnTo>
                    <a:pt x="1578334" y="1293694"/>
                  </a:lnTo>
                  <a:lnTo>
                    <a:pt x="1553750" y="1331692"/>
                  </a:lnTo>
                  <a:lnTo>
                    <a:pt x="1527237" y="1368265"/>
                  </a:lnTo>
                  <a:lnTo>
                    <a:pt x="1498868" y="1403341"/>
                  </a:lnTo>
                  <a:lnTo>
                    <a:pt x="1468714" y="1436848"/>
                  </a:lnTo>
                  <a:lnTo>
                    <a:pt x="1436848" y="1468714"/>
                  </a:lnTo>
                  <a:lnTo>
                    <a:pt x="1403341" y="1498868"/>
                  </a:lnTo>
                  <a:lnTo>
                    <a:pt x="1368265" y="1527237"/>
                  </a:lnTo>
                  <a:lnTo>
                    <a:pt x="1331692" y="1553750"/>
                  </a:lnTo>
                  <a:lnTo>
                    <a:pt x="1293694" y="1578334"/>
                  </a:lnTo>
                  <a:lnTo>
                    <a:pt x="1254343" y="1600919"/>
                  </a:lnTo>
                  <a:lnTo>
                    <a:pt x="1213711" y="1621431"/>
                  </a:lnTo>
                  <a:lnTo>
                    <a:pt x="1171869" y="1639799"/>
                  </a:lnTo>
                  <a:lnTo>
                    <a:pt x="1128890" y="1655952"/>
                  </a:lnTo>
                  <a:lnTo>
                    <a:pt x="1084845" y="1669817"/>
                  </a:lnTo>
                  <a:lnTo>
                    <a:pt x="1039807" y="1681322"/>
                  </a:lnTo>
                  <a:lnTo>
                    <a:pt x="993846" y="1690395"/>
                  </a:lnTo>
                  <a:lnTo>
                    <a:pt x="947036" y="1696965"/>
                  </a:lnTo>
                  <a:lnTo>
                    <a:pt x="899448" y="1700960"/>
                  </a:lnTo>
                  <a:lnTo>
                    <a:pt x="851154" y="1702308"/>
                  </a:lnTo>
                  <a:lnTo>
                    <a:pt x="802854" y="1700960"/>
                  </a:lnTo>
                  <a:lnTo>
                    <a:pt x="755262" y="1696965"/>
                  </a:lnTo>
                  <a:lnTo>
                    <a:pt x="708448" y="1690395"/>
                  </a:lnTo>
                  <a:lnTo>
                    <a:pt x="662485" y="1681322"/>
                  </a:lnTo>
                  <a:lnTo>
                    <a:pt x="617444" y="1669817"/>
                  </a:lnTo>
                  <a:lnTo>
                    <a:pt x="573397" y="1655952"/>
                  </a:lnTo>
                  <a:lnTo>
                    <a:pt x="530417" y="1639799"/>
                  </a:lnTo>
                  <a:lnTo>
                    <a:pt x="488574" y="1621431"/>
                  </a:lnTo>
                  <a:lnTo>
                    <a:pt x="447941" y="1600919"/>
                  </a:lnTo>
                  <a:lnTo>
                    <a:pt x="408590" y="1578334"/>
                  </a:lnTo>
                  <a:lnTo>
                    <a:pt x="370593" y="1553750"/>
                  </a:lnTo>
                  <a:lnTo>
                    <a:pt x="334020" y="1527237"/>
                  </a:lnTo>
                  <a:lnTo>
                    <a:pt x="298945" y="1498868"/>
                  </a:lnTo>
                  <a:lnTo>
                    <a:pt x="265439" y="1468714"/>
                  </a:lnTo>
                  <a:lnTo>
                    <a:pt x="233574" y="1436848"/>
                  </a:lnTo>
                  <a:lnTo>
                    <a:pt x="203422" y="1403341"/>
                  </a:lnTo>
                  <a:lnTo>
                    <a:pt x="175055" y="1368265"/>
                  </a:lnTo>
                  <a:lnTo>
                    <a:pt x="148543" y="1331692"/>
                  </a:lnTo>
                  <a:lnTo>
                    <a:pt x="123961" y="1293694"/>
                  </a:lnTo>
                  <a:lnTo>
                    <a:pt x="101378" y="1254343"/>
                  </a:lnTo>
                  <a:lnTo>
                    <a:pt x="80868" y="1213711"/>
                  </a:lnTo>
                  <a:lnTo>
                    <a:pt x="62501" y="1171869"/>
                  </a:lnTo>
                  <a:lnTo>
                    <a:pt x="46350" y="1128890"/>
                  </a:lnTo>
                  <a:lnTo>
                    <a:pt x="32487" y="1084845"/>
                  </a:lnTo>
                  <a:lnTo>
                    <a:pt x="20983" y="1039807"/>
                  </a:lnTo>
                  <a:lnTo>
                    <a:pt x="11910" y="993846"/>
                  </a:lnTo>
                  <a:lnTo>
                    <a:pt x="5341" y="947036"/>
                  </a:lnTo>
                  <a:lnTo>
                    <a:pt x="1347" y="899448"/>
                  </a:lnTo>
                  <a:lnTo>
                    <a:pt x="0" y="851154"/>
                  </a:lnTo>
                  <a:close/>
                </a:path>
              </a:pathLst>
            </a:custGeom>
            <a:ln w="27432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3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  <a:close/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  <a:close/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3460" y="0"/>
              <a:ext cx="8130540" cy="6858000"/>
            </a:xfrm>
            <a:custGeom>
              <a:avLst/>
              <a:gdLst/>
              <a:ahLst/>
              <a:cxnLst/>
              <a:rect l="l" t="t" r="r" b="b"/>
              <a:pathLst>
                <a:path w="8130540" h="6858000">
                  <a:moveTo>
                    <a:pt x="813054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0540" y="6858000"/>
                  </a:lnTo>
                  <a:lnTo>
                    <a:pt x="81305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19427" y="2218944"/>
            <a:ext cx="6105144" cy="2420111"/>
          </a:xfrm>
          <a:prstGeom prst="rect">
            <a:avLst/>
          </a:prstGeom>
        </p:spPr>
      </p:pic>
      <p:pic>
        <p:nvPicPr>
          <p:cNvPr id="15" name="Picture 14" descr="A black and red text&#10;&#10;Description automatically generated">
            <a:extLst>
              <a:ext uri="{FF2B5EF4-FFF2-40B4-BE49-F238E27FC236}">
                <a16:creationId xmlns:a16="http://schemas.microsoft.com/office/drawing/2014/main" id="{039A4C9E-7197-B3EB-E85D-448464BA815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8269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505" y="0"/>
                  </a:lnTo>
                  <a:lnTo>
                    <a:pt x="0" y="819150"/>
                  </a:lnTo>
                  <a:lnTo>
                    <a:pt x="48635" y="817759"/>
                  </a:lnTo>
                  <a:lnTo>
                    <a:pt x="96034" y="813638"/>
                  </a:lnTo>
                  <a:lnTo>
                    <a:pt x="142623" y="806864"/>
                  </a:lnTo>
                  <a:lnTo>
                    <a:pt x="188327" y="797514"/>
                  </a:lnTo>
                  <a:lnTo>
                    <a:pt x="233067" y="785664"/>
                  </a:lnTo>
                  <a:lnTo>
                    <a:pt x="276768" y="771391"/>
                  </a:lnTo>
                  <a:lnTo>
                    <a:pt x="319353" y="754772"/>
                  </a:lnTo>
                  <a:lnTo>
                    <a:pt x="360744" y="735885"/>
                  </a:lnTo>
                  <a:lnTo>
                    <a:pt x="400865" y="714805"/>
                  </a:lnTo>
                  <a:lnTo>
                    <a:pt x="439639" y="691610"/>
                  </a:lnTo>
                  <a:lnTo>
                    <a:pt x="476990" y="666377"/>
                  </a:lnTo>
                  <a:lnTo>
                    <a:pt x="512839" y="639182"/>
                  </a:lnTo>
                  <a:lnTo>
                    <a:pt x="547112" y="610102"/>
                  </a:lnTo>
                  <a:lnTo>
                    <a:pt x="579729" y="579215"/>
                  </a:lnTo>
                  <a:lnTo>
                    <a:pt x="610616" y="546596"/>
                  </a:lnTo>
                  <a:lnTo>
                    <a:pt x="639695" y="512323"/>
                  </a:lnTo>
                  <a:lnTo>
                    <a:pt x="666889" y="476473"/>
                  </a:lnTo>
                  <a:lnTo>
                    <a:pt x="692122" y="439123"/>
                  </a:lnTo>
                  <a:lnTo>
                    <a:pt x="715316" y="400349"/>
                  </a:lnTo>
                  <a:lnTo>
                    <a:pt x="736395" y="360228"/>
                  </a:lnTo>
                  <a:lnTo>
                    <a:pt x="755281" y="318837"/>
                  </a:lnTo>
                  <a:lnTo>
                    <a:pt x="771899" y="276253"/>
                  </a:lnTo>
                  <a:lnTo>
                    <a:pt x="786171" y="232553"/>
                  </a:lnTo>
                  <a:lnTo>
                    <a:pt x="798020" y="187814"/>
                  </a:lnTo>
                  <a:lnTo>
                    <a:pt x="807370" y="142112"/>
                  </a:lnTo>
                  <a:lnTo>
                    <a:pt x="814144" y="95524"/>
                  </a:lnTo>
                  <a:lnTo>
                    <a:pt x="818264" y="48128"/>
                  </a:lnTo>
                  <a:lnTo>
                    <a:pt x="819655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818264" y="48128"/>
                  </a:lnTo>
                  <a:lnTo>
                    <a:pt x="814144" y="95524"/>
                  </a:lnTo>
                  <a:lnTo>
                    <a:pt x="807370" y="142112"/>
                  </a:lnTo>
                  <a:lnTo>
                    <a:pt x="798020" y="187814"/>
                  </a:lnTo>
                  <a:lnTo>
                    <a:pt x="786171" y="232553"/>
                  </a:lnTo>
                  <a:lnTo>
                    <a:pt x="771899" y="276253"/>
                  </a:lnTo>
                  <a:lnTo>
                    <a:pt x="755281" y="318837"/>
                  </a:lnTo>
                  <a:lnTo>
                    <a:pt x="736395" y="360228"/>
                  </a:lnTo>
                  <a:lnTo>
                    <a:pt x="715316" y="400349"/>
                  </a:lnTo>
                  <a:lnTo>
                    <a:pt x="692122" y="439123"/>
                  </a:lnTo>
                  <a:lnTo>
                    <a:pt x="666889" y="476473"/>
                  </a:lnTo>
                  <a:lnTo>
                    <a:pt x="639695" y="512323"/>
                  </a:lnTo>
                  <a:lnTo>
                    <a:pt x="610616" y="546596"/>
                  </a:lnTo>
                  <a:lnTo>
                    <a:pt x="579729" y="579215"/>
                  </a:lnTo>
                  <a:lnTo>
                    <a:pt x="547112" y="610102"/>
                  </a:lnTo>
                  <a:lnTo>
                    <a:pt x="512839" y="639182"/>
                  </a:lnTo>
                  <a:lnTo>
                    <a:pt x="476990" y="666377"/>
                  </a:lnTo>
                  <a:lnTo>
                    <a:pt x="439639" y="691610"/>
                  </a:lnTo>
                  <a:lnTo>
                    <a:pt x="400865" y="714805"/>
                  </a:lnTo>
                  <a:lnTo>
                    <a:pt x="360744" y="735885"/>
                  </a:lnTo>
                  <a:lnTo>
                    <a:pt x="319353" y="754772"/>
                  </a:lnTo>
                  <a:lnTo>
                    <a:pt x="276768" y="771391"/>
                  </a:lnTo>
                  <a:lnTo>
                    <a:pt x="233067" y="785664"/>
                  </a:lnTo>
                  <a:lnTo>
                    <a:pt x="188327" y="797514"/>
                  </a:lnTo>
                  <a:lnTo>
                    <a:pt x="142623" y="806864"/>
                  </a:lnTo>
                  <a:lnTo>
                    <a:pt x="96034" y="813638"/>
                  </a:lnTo>
                  <a:lnTo>
                    <a:pt x="48635" y="817759"/>
                  </a:lnTo>
                  <a:lnTo>
                    <a:pt x="505" y="819150"/>
                  </a:lnTo>
                  <a:lnTo>
                    <a:pt x="336" y="819150"/>
                  </a:lnTo>
                  <a:lnTo>
                    <a:pt x="168" y="819150"/>
                  </a:lnTo>
                  <a:lnTo>
                    <a:pt x="0" y="819150"/>
                  </a:lnTo>
                  <a:lnTo>
                    <a:pt x="505" y="0"/>
                  </a:lnTo>
                  <a:lnTo>
                    <a:pt x="819655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460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9163" y="21335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10" y="708461"/>
                  </a:lnTo>
                  <a:lnTo>
                    <a:pt x="20983" y="662500"/>
                  </a:lnTo>
                  <a:lnTo>
                    <a:pt x="32487" y="617462"/>
                  </a:lnTo>
                  <a:lnTo>
                    <a:pt x="46350" y="573417"/>
                  </a:lnTo>
                  <a:lnTo>
                    <a:pt x="62501" y="530438"/>
                  </a:lnTo>
                  <a:lnTo>
                    <a:pt x="80868" y="488596"/>
                  </a:lnTo>
                  <a:lnTo>
                    <a:pt x="101378" y="447964"/>
                  </a:lnTo>
                  <a:lnTo>
                    <a:pt x="123961" y="408613"/>
                  </a:lnTo>
                  <a:lnTo>
                    <a:pt x="148543" y="370615"/>
                  </a:lnTo>
                  <a:lnTo>
                    <a:pt x="175055" y="334042"/>
                  </a:lnTo>
                  <a:lnTo>
                    <a:pt x="203422" y="298966"/>
                  </a:lnTo>
                  <a:lnTo>
                    <a:pt x="233574" y="265459"/>
                  </a:lnTo>
                  <a:lnTo>
                    <a:pt x="265439" y="233593"/>
                  </a:lnTo>
                  <a:lnTo>
                    <a:pt x="298945" y="203439"/>
                  </a:lnTo>
                  <a:lnTo>
                    <a:pt x="334020" y="175070"/>
                  </a:lnTo>
                  <a:lnTo>
                    <a:pt x="370593" y="148557"/>
                  </a:lnTo>
                  <a:lnTo>
                    <a:pt x="408590" y="123973"/>
                  </a:lnTo>
                  <a:lnTo>
                    <a:pt x="447941" y="101388"/>
                  </a:lnTo>
                  <a:lnTo>
                    <a:pt x="488574" y="80876"/>
                  </a:lnTo>
                  <a:lnTo>
                    <a:pt x="530417" y="62508"/>
                  </a:lnTo>
                  <a:lnTo>
                    <a:pt x="573397" y="46355"/>
                  </a:lnTo>
                  <a:lnTo>
                    <a:pt x="617444" y="32490"/>
                  </a:lnTo>
                  <a:lnTo>
                    <a:pt x="662485" y="20985"/>
                  </a:lnTo>
                  <a:lnTo>
                    <a:pt x="708448" y="11912"/>
                  </a:lnTo>
                  <a:lnTo>
                    <a:pt x="755262" y="5342"/>
                  </a:lnTo>
                  <a:lnTo>
                    <a:pt x="802854" y="1347"/>
                  </a:lnTo>
                  <a:lnTo>
                    <a:pt x="851154" y="0"/>
                  </a:lnTo>
                  <a:lnTo>
                    <a:pt x="899448" y="1347"/>
                  </a:lnTo>
                  <a:lnTo>
                    <a:pt x="947036" y="5342"/>
                  </a:lnTo>
                  <a:lnTo>
                    <a:pt x="993846" y="11912"/>
                  </a:lnTo>
                  <a:lnTo>
                    <a:pt x="1039807" y="20985"/>
                  </a:lnTo>
                  <a:lnTo>
                    <a:pt x="1084845" y="32490"/>
                  </a:lnTo>
                  <a:lnTo>
                    <a:pt x="1128890" y="46355"/>
                  </a:lnTo>
                  <a:lnTo>
                    <a:pt x="1171869" y="62508"/>
                  </a:lnTo>
                  <a:lnTo>
                    <a:pt x="1213711" y="80876"/>
                  </a:lnTo>
                  <a:lnTo>
                    <a:pt x="1254343" y="101388"/>
                  </a:lnTo>
                  <a:lnTo>
                    <a:pt x="1293694" y="123973"/>
                  </a:lnTo>
                  <a:lnTo>
                    <a:pt x="1331692" y="148557"/>
                  </a:lnTo>
                  <a:lnTo>
                    <a:pt x="1368265" y="175070"/>
                  </a:lnTo>
                  <a:lnTo>
                    <a:pt x="1403341" y="203439"/>
                  </a:lnTo>
                  <a:lnTo>
                    <a:pt x="1436848" y="233593"/>
                  </a:lnTo>
                  <a:lnTo>
                    <a:pt x="1468714" y="265459"/>
                  </a:lnTo>
                  <a:lnTo>
                    <a:pt x="1498868" y="298966"/>
                  </a:lnTo>
                  <a:lnTo>
                    <a:pt x="1527237" y="334042"/>
                  </a:lnTo>
                  <a:lnTo>
                    <a:pt x="1553750" y="370615"/>
                  </a:lnTo>
                  <a:lnTo>
                    <a:pt x="1578334" y="408613"/>
                  </a:lnTo>
                  <a:lnTo>
                    <a:pt x="1600919" y="447964"/>
                  </a:lnTo>
                  <a:lnTo>
                    <a:pt x="1621431" y="488596"/>
                  </a:lnTo>
                  <a:lnTo>
                    <a:pt x="1639799" y="530438"/>
                  </a:lnTo>
                  <a:lnTo>
                    <a:pt x="1655952" y="573417"/>
                  </a:lnTo>
                  <a:lnTo>
                    <a:pt x="1669817" y="617462"/>
                  </a:lnTo>
                  <a:lnTo>
                    <a:pt x="1681322" y="662500"/>
                  </a:lnTo>
                  <a:lnTo>
                    <a:pt x="1690395" y="708461"/>
                  </a:lnTo>
                  <a:lnTo>
                    <a:pt x="1696965" y="755271"/>
                  </a:lnTo>
                  <a:lnTo>
                    <a:pt x="1700960" y="802859"/>
                  </a:lnTo>
                  <a:lnTo>
                    <a:pt x="1702308" y="851154"/>
                  </a:lnTo>
                  <a:lnTo>
                    <a:pt x="1700960" y="899448"/>
                  </a:lnTo>
                  <a:lnTo>
                    <a:pt x="1696965" y="947036"/>
                  </a:lnTo>
                  <a:lnTo>
                    <a:pt x="1690395" y="993846"/>
                  </a:lnTo>
                  <a:lnTo>
                    <a:pt x="1681322" y="1039807"/>
                  </a:lnTo>
                  <a:lnTo>
                    <a:pt x="1669817" y="1084845"/>
                  </a:lnTo>
                  <a:lnTo>
                    <a:pt x="1655952" y="1128890"/>
                  </a:lnTo>
                  <a:lnTo>
                    <a:pt x="1639799" y="1171869"/>
                  </a:lnTo>
                  <a:lnTo>
                    <a:pt x="1621431" y="1213711"/>
                  </a:lnTo>
                  <a:lnTo>
                    <a:pt x="1600919" y="1254343"/>
                  </a:lnTo>
                  <a:lnTo>
                    <a:pt x="1578334" y="1293694"/>
                  </a:lnTo>
                  <a:lnTo>
                    <a:pt x="1553750" y="1331692"/>
                  </a:lnTo>
                  <a:lnTo>
                    <a:pt x="1527237" y="1368265"/>
                  </a:lnTo>
                  <a:lnTo>
                    <a:pt x="1498868" y="1403341"/>
                  </a:lnTo>
                  <a:lnTo>
                    <a:pt x="1468714" y="1436848"/>
                  </a:lnTo>
                  <a:lnTo>
                    <a:pt x="1436848" y="1468714"/>
                  </a:lnTo>
                  <a:lnTo>
                    <a:pt x="1403341" y="1498868"/>
                  </a:lnTo>
                  <a:lnTo>
                    <a:pt x="1368265" y="1527237"/>
                  </a:lnTo>
                  <a:lnTo>
                    <a:pt x="1331692" y="1553750"/>
                  </a:lnTo>
                  <a:lnTo>
                    <a:pt x="1293694" y="1578334"/>
                  </a:lnTo>
                  <a:lnTo>
                    <a:pt x="1254343" y="1600919"/>
                  </a:lnTo>
                  <a:lnTo>
                    <a:pt x="1213711" y="1621431"/>
                  </a:lnTo>
                  <a:lnTo>
                    <a:pt x="1171869" y="1639799"/>
                  </a:lnTo>
                  <a:lnTo>
                    <a:pt x="1128890" y="1655952"/>
                  </a:lnTo>
                  <a:lnTo>
                    <a:pt x="1084845" y="1669817"/>
                  </a:lnTo>
                  <a:lnTo>
                    <a:pt x="1039807" y="1681322"/>
                  </a:lnTo>
                  <a:lnTo>
                    <a:pt x="993846" y="1690395"/>
                  </a:lnTo>
                  <a:lnTo>
                    <a:pt x="947036" y="1696965"/>
                  </a:lnTo>
                  <a:lnTo>
                    <a:pt x="899448" y="1700960"/>
                  </a:lnTo>
                  <a:lnTo>
                    <a:pt x="851154" y="1702308"/>
                  </a:lnTo>
                  <a:lnTo>
                    <a:pt x="802854" y="1700960"/>
                  </a:lnTo>
                  <a:lnTo>
                    <a:pt x="755262" y="1696965"/>
                  </a:lnTo>
                  <a:lnTo>
                    <a:pt x="708448" y="1690395"/>
                  </a:lnTo>
                  <a:lnTo>
                    <a:pt x="662485" y="1681322"/>
                  </a:lnTo>
                  <a:lnTo>
                    <a:pt x="617444" y="1669817"/>
                  </a:lnTo>
                  <a:lnTo>
                    <a:pt x="573397" y="1655952"/>
                  </a:lnTo>
                  <a:lnTo>
                    <a:pt x="530417" y="1639799"/>
                  </a:lnTo>
                  <a:lnTo>
                    <a:pt x="488574" y="1621431"/>
                  </a:lnTo>
                  <a:lnTo>
                    <a:pt x="447941" y="1600919"/>
                  </a:lnTo>
                  <a:lnTo>
                    <a:pt x="408590" y="1578334"/>
                  </a:lnTo>
                  <a:lnTo>
                    <a:pt x="370593" y="1553750"/>
                  </a:lnTo>
                  <a:lnTo>
                    <a:pt x="334020" y="1527237"/>
                  </a:lnTo>
                  <a:lnTo>
                    <a:pt x="298945" y="1498868"/>
                  </a:lnTo>
                  <a:lnTo>
                    <a:pt x="265439" y="1468714"/>
                  </a:lnTo>
                  <a:lnTo>
                    <a:pt x="233574" y="1436848"/>
                  </a:lnTo>
                  <a:lnTo>
                    <a:pt x="203422" y="1403341"/>
                  </a:lnTo>
                  <a:lnTo>
                    <a:pt x="175055" y="1368265"/>
                  </a:lnTo>
                  <a:lnTo>
                    <a:pt x="148543" y="1331692"/>
                  </a:lnTo>
                  <a:lnTo>
                    <a:pt x="123961" y="1293694"/>
                  </a:lnTo>
                  <a:lnTo>
                    <a:pt x="101378" y="1254343"/>
                  </a:lnTo>
                  <a:lnTo>
                    <a:pt x="80868" y="1213711"/>
                  </a:lnTo>
                  <a:lnTo>
                    <a:pt x="62501" y="1171869"/>
                  </a:lnTo>
                  <a:lnTo>
                    <a:pt x="46350" y="1128890"/>
                  </a:lnTo>
                  <a:lnTo>
                    <a:pt x="32487" y="1084845"/>
                  </a:lnTo>
                  <a:lnTo>
                    <a:pt x="20983" y="1039807"/>
                  </a:lnTo>
                  <a:lnTo>
                    <a:pt x="11910" y="993846"/>
                  </a:lnTo>
                  <a:lnTo>
                    <a:pt x="5341" y="947036"/>
                  </a:lnTo>
                  <a:lnTo>
                    <a:pt x="1347" y="899448"/>
                  </a:lnTo>
                  <a:lnTo>
                    <a:pt x="0" y="851154"/>
                  </a:lnTo>
                  <a:close/>
                </a:path>
              </a:pathLst>
            </a:custGeom>
            <a:ln w="27432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3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  <a:close/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  <a:close/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3460" y="0"/>
              <a:ext cx="8130540" cy="6858000"/>
            </a:xfrm>
            <a:custGeom>
              <a:avLst/>
              <a:gdLst/>
              <a:ahLst/>
              <a:cxnLst/>
              <a:rect l="l" t="t" r="r" b="b"/>
              <a:pathLst>
                <a:path w="8130540" h="6858000">
                  <a:moveTo>
                    <a:pt x="813054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0540" y="6858000"/>
                  </a:lnTo>
                  <a:lnTo>
                    <a:pt x="81305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62811" y="338327"/>
            <a:ext cx="5591555" cy="122072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514602" y="490854"/>
            <a:ext cx="488823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b="1" spc="-5" dirty="0">
                <a:latin typeface="Arial"/>
                <a:cs typeface="Arial"/>
              </a:rPr>
              <a:t>Default</a:t>
            </a:r>
            <a:r>
              <a:rPr sz="4300" b="1" spc="-200" dirty="0">
                <a:latin typeface="Arial"/>
                <a:cs typeface="Arial"/>
              </a:rPr>
              <a:t> </a:t>
            </a:r>
            <a:r>
              <a:rPr sz="4300" b="1" spc="-5" dirty="0">
                <a:latin typeface="Arial"/>
                <a:cs typeface="Arial"/>
              </a:rPr>
              <a:t>Arguments</a:t>
            </a:r>
            <a:endParaRPr sz="4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96897" y="1473453"/>
            <a:ext cx="7031990" cy="1565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marR="423545" indent="-283845">
              <a:lnSpc>
                <a:spcPct val="100000"/>
              </a:lnSpc>
              <a:spcBef>
                <a:spcPts val="100"/>
              </a:spcBef>
              <a:buClr>
                <a:srgbClr val="3891A7"/>
              </a:buClr>
              <a:buSzPct val="79166"/>
              <a:buFont typeface="Segoe UI Symbol"/>
              <a:buChar char="⚫"/>
              <a:tabLst>
                <a:tab pos="295910" algn="l"/>
                <a:tab pos="296545" algn="l"/>
              </a:tabLst>
            </a:pPr>
            <a:r>
              <a:rPr sz="2400" spc="-5" dirty="0">
                <a:latin typeface="Arial MT"/>
                <a:cs typeface="Arial MT"/>
              </a:rPr>
              <a:t>Function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arguments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have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default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values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Python.</a:t>
            </a:r>
            <a:endParaRPr sz="2400">
              <a:latin typeface="Arial MT"/>
              <a:cs typeface="Arial MT"/>
            </a:endParaRPr>
          </a:p>
          <a:p>
            <a:pPr marL="295910" marR="508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166"/>
              <a:buFont typeface="Segoe UI Symbol"/>
              <a:buChar char="⚫"/>
              <a:tabLst>
                <a:tab pos="295910" algn="l"/>
                <a:tab pos="296545" algn="l"/>
              </a:tabLst>
            </a:pPr>
            <a:r>
              <a:rPr sz="2400" spc="-25" dirty="0">
                <a:latin typeface="Arial MT"/>
                <a:cs typeface="Arial MT"/>
              </a:rPr>
              <a:t>We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provide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default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value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argument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by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using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 </a:t>
            </a:r>
            <a:r>
              <a:rPr sz="2400" spc="-5" dirty="0">
                <a:latin typeface="Arial MT"/>
                <a:cs typeface="Arial MT"/>
              </a:rPr>
              <a:t>assignment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operator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(=).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52955" y="3229355"/>
            <a:ext cx="5838444" cy="2257044"/>
          </a:xfrm>
          <a:prstGeom prst="rect">
            <a:avLst/>
          </a:prstGeom>
        </p:spPr>
      </p:pic>
      <p:pic>
        <p:nvPicPr>
          <p:cNvPr id="18" name="Picture 17" descr="A black and red text&#10;&#10;Description automatically generated">
            <a:extLst>
              <a:ext uri="{FF2B5EF4-FFF2-40B4-BE49-F238E27FC236}">
                <a16:creationId xmlns:a16="http://schemas.microsoft.com/office/drawing/2014/main" id="{96E159FF-D413-3C0E-DC3E-128EC914F70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8269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505" y="0"/>
                  </a:lnTo>
                  <a:lnTo>
                    <a:pt x="0" y="819150"/>
                  </a:lnTo>
                  <a:lnTo>
                    <a:pt x="48635" y="817759"/>
                  </a:lnTo>
                  <a:lnTo>
                    <a:pt x="96034" y="813638"/>
                  </a:lnTo>
                  <a:lnTo>
                    <a:pt x="142623" y="806864"/>
                  </a:lnTo>
                  <a:lnTo>
                    <a:pt x="188327" y="797514"/>
                  </a:lnTo>
                  <a:lnTo>
                    <a:pt x="233067" y="785664"/>
                  </a:lnTo>
                  <a:lnTo>
                    <a:pt x="276768" y="771391"/>
                  </a:lnTo>
                  <a:lnTo>
                    <a:pt x="319353" y="754772"/>
                  </a:lnTo>
                  <a:lnTo>
                    <a:pt x="360744" y="735885"/>
                  </a:lnTo>
                  <a:lnTo>
                    <a:pt x="400865" y="714805"/>
                  </a:lnTo>
                  <a:lnTo>
                    <a:pt x="439639" y="691610"/>
                  </a:lnTo>
                  <a:lnTo>
                    <a:pt x="476990" y="666377"/>
                  </a:lnTo>
                  <a:lnTo>
                    <a:pt x="512839" y="639182"/>
                  </a:lnTo>
                  <a:lnTo>
                    <a:pt x="547112" y="610102"/>
                  </a:lnTo>
                  <a:lnTo>
                    <a:pt x="579729" y="579215"/>
                  </a:lnTo>
                  <a:lnTo>
                    <a:pt x="610616" y="546596"/>
                  </a:lnTo>
                  <a:lnTo>
                    <a:pt x="639695" y="512323"/>
                  </a:lnTo>
                  <a:lnTo>
                    <a:pt x="666889" y="476473"/>
                  </a:lnTo>
                  <a:lnTo>
                    <a:pt x="692122" y="439123"/>
                  </a:lnTo>
                  <a:lnTo>
                    <a:pt x="715316" y="400349"/>
                  </a:lnTo>
                  <a:lnTo>
                    <a:pt x="736395" y="360228"/>
                  </a:lnTo>
                  <a:lnTo>
                    <a:pt x="755281" y="318837"/>
                  </a:lnTo>
                  <a:lnTo>
                    <a:pt x="771899" y="276253"/>
                  </a:lnTo>
                  <a:lnTo>
                    <a:pt x="786171" y="232553"/>
                  </a:lnTo>
                  <a:lnTo>
                    <a:pt x="798020" y="187814"/>
                  </a:lnTo>
                  <a:lnTo>
                    <a:pt x="807370" y="142112"/>
                  </a:lnTo>
                  <a:lnTo>
                    <a:pt x="814144" y="95524"/>
                  </a:lnTo>
                  <a:lnTo>
                    <a:pt x="818264" y="48128"/>
                  </a:lnTo>
                  <a:lnTo>
                    <a:pt x="819655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818264" y="48128"/>
                  </a:lnTo>
                  <a:lnTo>
                    <a:pt x="814144" y="95524"/>
                  </a:lnTo>
                  <a:lnTo>
                    <a:pt x="807370" y="142112"/>
                  </a:lnTo>
                  <a:lnTo>
                    <a:pt x="798020" y="187814"/>
                  </a:lnTo>
                  <a:lnTo>
                    <a:pt x="786171" y="232553"/>
                  </a:lnTo>
                  <a:lnTo>
                    <a:pt x="771899" y="276253"/>
                  </a:lnTo>
                  <a:lnTo>
                    <a:pt x="755281" y="318837"/>
                  </a:lnTo>
                  <a:lnTo>
                    <a:pt x="736395" y="360228"/>
                  </a:lnTo>
                  <a:lnTo>
                    <a:pt x="715316" y="400349"/>
                  </a:lnTo>
                  <a:lnTo>
                    <a:pt x="692122" y="439123"/>
                  </a:lnTo>
                  <a:lnTo>
                    <a:pt x="666889" y="476473"/>
                  </a:lnTo>
                  <a:lnTo>
                    <a:pt x="639695" y="512323"/>
                  </a:lnTo>
                  <a:lnTo>
                    <a:pt x="610616" y="546596"/>
                  </a:lnTo>
                  <a:lnTo>
                    <a:pt x="579729" y="579215"/>
                  </a:lnTo>
                  <a:lnTo>
                    <a:pt x="547112" y="610102"/>
                  </a:lnTo>
                  <a:lnTo>
                    <a:pt x="512839" y="639182"/>
                  </a:lnTo>
                  <a:lnTo>
                    <a:pt x="476990" y="666377"/>
                  </a:lnTo>
                  <a:lnTo>
                    <a:pt x="439639" y="691610"/>
                  </a:lnTo>
                  <a:lnTo>
                    <a:pt x="400865" y="714805"/>
                  </a:lnTo>
                  <a:lnTo>
                    <a:pt x="360744" y="735885"/>
                  </a:lnTo>
                  <a:lnTo>
                    <a:pt x="319353" y="754772"/>
                  </a:lnTo>
                  <a:lnTo>
                    <a:pt x="276768" y="771391"/>
                  </a:lnTo>
                  <a:lnTo>
                    <a:pt x="233067" y="785664"/>
                  </a:lnTo>
                  <a:lnTo>
                    <a:pt x="188327" y="797514"/>
                  </a:lnTo>
                  <a:lnTo>
                    <a:pt x="142623" y="806864"/>
                  </a:lnTo>
                  <a:lnTo>
                    <a:pt x="96034" y="813638"/>
                  </a:lnTo>
                  <a:lnTo>
                    <a:pt x="48635" y="817759"/>
                  </a:lnTo>
                  <a:lnTo>
                    <a:pt x="505" y="819150"/>
                  </a:lnTo>
                  <a:lnTo>
                    <a:pt x="336" y="819150"/>
                  </a:lnTo>
                  <a:lnTo>
                    <a:pt x="168" y="819150"/>
                  </a:lnTo>
                  <a:lnTo>
                    <a:pt x="0" y="819150"/>
                  </a:lnTo>
                  <a:lnTo>
                    <a:pt x="505" y="0"/>
                  </a:lnTo>
                  <a:lnTo>
                    <a:pt x="819655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460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9163" y="21335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10" y="708461"/>
                  </a:lnTo>
                  <a:lnTo>
                    <a:pt x="20983" y="662500"/>
                  </a:lnTo>
                  <a:lnTo>
                    <a:pt x="32487" y="617462"/>
                  </a:lnTo>
                  <a:lnTo>
                    <a:pt x="46350" y="573417"/>
                  </a:lnTo>
                  <a:lnTo>
                    <a:pt x="62501" y="530438"/>
                  </a:lnTo>
                  <a:lnTo>
                    <a:pt x="80868" y="488596"/>
                  </a:lnTo>
                  <a:lnTo>
                    <a:pt x="101378" y="447964"/>
                  </a:lnTo>
                  <a:lnTo>
                    <a:pt x="123961" y="408613"/>
                  </a:lnTo>
                  <a:lnTo>
                    <a:pt x="148543" y="370615"/>
                  </a:lnTo>
                  <a:lnTo>
                    <a:pt x="175055" y="334042"/>
                  </a:lnTo>
                  <a:lnTo>
                    <a:pt x="203422" y="298966"/>
                  </a:lnTo>
                  <a:lnTo>
                    <a:pt x="233574" y="265459"/>
                  </a:lnTo>
                  <a:lnTo>
                    <a:pt x="265439" y="233593"/>
                  </a:lnTo>
                  <a:lnTo>
                    <a:pt x="298945" y="203439"/>
                  </a:lnTo>
                  <a:lnTo>
                    <a:pt x="334020" y="175070"/>
                  </a:lnTo>
                  <a:lnTo>
                    <a:pt x="370593" y="148557"/>
                  </a:lnTo>
                  <a:lnTo>
                    <a:pt x="408590" y="123973"/>
                  </a:lnTo>
                  <a:lnTo>
                    <a:pt x="447941" y="101388"/>
                  </a:lnTo>
                  <a:lnTo>
                    <a:pt x="488574" y="80876"/>
                  </a:lnTo>
                  <a:lnTo>
                    <a:pt x="530417" y="62508"/>
                  </a:lnTo>
                  <a:lnTo>
                    <a:pt x="573397" y="46355"/>
                  </a:lnTo>
                  <a:lnTo>
                    <a:pt x="617444" y="32490"/>
                  </a:lnTo>
                  <a:lnTo>
                    <a:pt x="662485" y="20985"/>
                  </a:lnTo>
                  <a:lnTo>
                    <a:pt x="708448" y="11912"/>
                  </a:lnTo>
                  <a:lnTo>
                    <a:pt x="755262" y="5342"/>
                  </a:lnTo>
                  <a:lnTo>
                    <a:pt x="802854" y="1347"/>
                  </a:lnTo>
                  <a:lnTo>
                    <a:pt x="851154" y="0"/>
                  </a:lnTo>
                  <a:lnTo>
                    <a:pt x="899448" y="1347"/>
                  </a:lnTo>
                  <a:lnTo>
                    <a:pt x="947036" y="5342"/>
                  </a:lnTo>
                  <a:lnTo>
                    <a:pt x="993846" y="11912"/>
                  </a:lnTo>
                  <a:lnTo>
                    <a:pt x="1039807" y="20985"/>
                  </a:lnTo>
                  <a:lnTo>
                    <a:pt x="1084845" y="32490"/>
                  </a:lnTo>
                  <a:lnTo>
                    <a:pt x="1128890" y="46355"/>
                  </a:lnTo>
                  <a:lnTo>
                    <a:pt x="1171869" y="62508"/>
                  </a:lnTo>
                  <a:lnTo>
                    <a:pt x="1213711" y="80876"/>
                  </a:lnTo>
                  <a:lnTo>
                    <a:pt x="1254343" y="101388"/>
                  </a:lnTo>
                  <a:lnTo>
                    <a:pt x="1293694" y="123973"/>
                  </a:lnTo>
                  <a:lnTo>
                    <a:pt x="1331692" y="148557"/>
                  </a:lnTo>
                  <a:lnTo>
                    <a:pt x="1368265" y="175070"/>
                  </a:lnTo>
                  <a:lnTo>
                    <a:pt x="1403341" y="203439"/>
                  </a:lnTo>
                  <a:lnTo>
                    <a:pt x="1436848" y="233593"/>
                  </a:lnTo>
                  <a:lnTo>
                    <a:pt x="1468714" y="265459"/>
                  </a:lnTo>
                  <a:lnTo>
                    <a:pt x="1498868" y="298966"/>
                  </a:lnTo>
                  <a:lnTo>
                    <a:pt x="1527237" y="334042"/>
                  </a:lnTo>
                  <a:lnTo>
                    <a:pt x="1553750" y="370615"/>
                  </a:lnTo>
                  <a:lnTo>
                    <a:pt x="1578334" y="408613"/>
                  </a:lnTo>
                  <a:lnTo>
                    <a:pt x="1600919" y="447964"/>
                  </a:lnTo>
                  <a:lnTo>
                    <a:pt x="1621431" y="488596"/>
                  </a:lnTo>
                  <a:lnTo>
                    <a:pt x="1639799" y="530438"/>
                  </a:lnTo>
                  <a:lnTo>
                    <a:pt x="1655952" y="573417"/>
                  </a:lnTo>
                  <a:lnTo>
                    <a:pt x="1669817" y="617462"/>
                  </a:lnTo>
                  <a:lnTo>
                    <a:pt x="1681322" y="662500"/>
                  </a:lnTo>
                  <a:lnTo>
                    <a:pt x="1690395" y="708461"/>
                  </a:lnTo>
                  <a:lnTo>
                    <a:pt x="1696965" y="755271"/>
                  </a:lnTo>
                  <a:lnTo>
                    <a:pt x="1700960" y="802859"/>
                  </a:lnTo>
                  <a:lnTo>
                    <a:pt x="1702308" y="851154"/>
                  </a:lnTo>
                  <a:lnTo>
                    <a:pt x="1700960" y="899448"/>
                  </a:lnTo>
                  <a:lnTo>
                    <a:pt x="1696965" y="947036"/>
                  </a:lnTo>
                  <a:lnTo>
                    <a:pt x="1690395" y="993846"/>
                  </a:lnTo>
                  <a:lnTo>
                    <a:pt x="1681322" y="1039807"/>
                  </a:lnTo>
                  <a:lnTo>
                    <a:pt x="1669817" y="1084845"/>
                  </a:lnTo>
                  <a:lnTo>
                    <a:pt x="1655952" y="1128890"/>
                  </a:lnTo>
                  <a:lnTo>
                    <a:pt x="1639799" y="1171869"/>
                  </a:lnTo>
                  <a:lnTo>
                    <a:pt x="1621431" y="1213711"/>
                  </a:lnTo>
                  <a:lnTo>
                    <a:pt x="1600919" y="1254343"/>
                  </a:lnTo>
                  <a:lnTo>
                    <a:pt x="1578334" y="1293694"/>
                  </a:lnTo>
                  <a:lnTo>
                    <a:pt x="1553750" y="1331692"/>
                  </a:lnTo>
                  <a:lnTo>
                    <a:pt x="1527237" y="1368265"/>
                  </a:lnTo>
                  <a:lnTo>
                    <a:pt x="1498868" y="1403341"/>
                  </a:lnTo>
                  <a:lnTo>
                    <a:pt x="1468714" y="1436848"/>
                  </a:lnTo>
                  <a:lnTo>
                    <a:pt x="1436848" y="1468714"/>
                  </a:lnTo>
                  <a:lnTo>
                    <a:pt x="1403341" y="1498868"/>
                  </a:lnTo>
                  <a:lnTo>
                    <a:pt x="1368265" y="1527237"/>
                  </a:lnTo>
                  <a:lnTo>
                    <a:pt x="1331692" y="1553750"/>
                  </a:lnTo>
                  <a:lnTo>
                    <a:pt x="1293694" y="1578334"/>
                  </a:lnTo>
                  <a:lnTo>
                    <a:pt x="1254343" y="1600919"/>
                  </a:lnTo>
                  <a:lnTo>
                    <a:pt x="1213711" y="1621431"/>
                  </a:lnTo>
                  <a:lnTo>
                    <a:pt x="1171869" y="1639799"/>
                  </a:lnTo>
                  <a:lnTo>
                    <a:pt x="1128890" y="1655952"/>
                  </a:lnTo>
                  <a:lnTo>
                    <a:pt x="1084845" y="1669817"/>
                  </a:lnTo>
                  <a:lnTo>
                    <a:pt x="1039807" y="1681322"/>
                  </a:lnTo>
                  <a:lnTo>
                    <a:pt x="993846" y="1690395"/>
                  </a:lnTo>
                  <a:lnTo>
                    <a:pt x="947036" y="1696965"/>
                  </a:lnTo>
                  <a:lnTo>
                    <a:pt x="899448" y="1700960"/>
                  </a:lnTo>
                  <a:lnTo>
                    <a:pt x="851154" y="1702308"/>
                  </a:lnTo>
                  <a:lnTo>
                    <a:pt x="802854" y="1700960"/>
                  </a:lnTo>
                  <a:lnTo>
                    <a:pt x="755262" y="1696965"/>
                  </a:lnTo>
                  <a:lnTo>
                    <a:pt x="708448" y="1690395"/>
                  </a:lnTo>
                  <a:lnTo>
                    <a:pt x="662485" y="1681322"/>
                  </a:lnTo>
                  <a:lnTo>
                    <a:pt x="617444" y="1669817"/>
                  </a:lnTo>
                  <a:lnTo>
                    <a:pt x="573397" y="1655952"/>
                  </a:lnTo>
                  <a:lnTo>
                    <a:pt x="530417" y="1639799"/>
                  </a:lnTo>
                  <a:lnTo>
                    <a:pt x="488574" y="1621431"/>
                  </a:lnTo>
                  <a:lnTo>
                    <a:pt x="447941" y="1600919"/>
                  </a:lnTo>
                  <a:lnTo>
                    <a:pt x="408590" y="1578334"/>
                  </a:lnTo>
                  <a:lnTo>
                    <a:pt x="370593" y="1553750"/>
                  </a:lnTo>
                  <a:lnTo>
                    <a:pt x="334020" y="1527237"/>
                  </a:lnTo>
                  <a:lnTo>
                    <a:pt x="298945" y="1498868"/>
                  </a:lnTo>
                  <a:lnTo>
                    <a:pt x="265439" y="1468714"/>
                  </a:lnTo>
                  <a:lnTo>
                    <a:pt x="233574" y="1436848"/>
                  </a:lnTo>
                  <a:lnTo>
                    <a:pt x="203422" y="1403341"/>
                  </a:lnTo>
                  <a:lnTo>
                    <a:pt x="175055" y="1368265"/>
                  </a:lnTo>
                  <a:lnTo>
                    <a:pt x="148543" y="1331692"/>
                  </a:lnTo>
                  <a:lnTo>
                    <a:pt x="123961" y="1293694"/>
                  </a:lnTo>
                  <a:lnTo>
                    <a:pt x="101378" y="1254343"/>
                  </a:lnTo>
                  <a:lnTo>
                    <a:pt x="80868" y="1213711"/>
                  </a:lnTo>
                  <a:lnTo>
                    <a:pt x="62501" y="1171869"/>
                  </a:lnTo>
                  <a:lnTo>
                    <a:pt x="46350" y="1128890"/>
                  </a:lnTo>
                  <a:lnTo>
                    <a:pt x="32487" y="1084845"/>
                  </a:lnTo>
                  <a:lnTo>
                    <a:pt x="20983" y="1039807"/>
                  </a:lnTo>
                  <a:lnTo>
                    <a:pt x="11910" y="993846"/>
                  </a:lnTo>
                  <a:lnTo>
                    <a:pt x="5341" y="947036"/>
                  </a:lnTo>
                  <a:lnTo>
                    <a:pt x="1347" y="899448"/>
                  </a:lnTo>
                  <a:lnTo>
                    <a:pt x="0" y="851154"/>
                  </a:lnTo>
                  <a:close/>
                </a:path>
              </a:pathLst>
            </a:custGeom>
            <a:ln w="27432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3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  <a:close/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  <a:close/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3460" y="0"/>
              <a:ext cx="8130540" cy="6858000"/>
            </a:xfrm>
            <a:custGeom>
              <a:avLst/>
              <a:gdLst/>
              <a:ahLst/>
              <a:cxnLst/>
              <a:rect l="l" t="t" r="r" b="b"/>
              <a:pathLst>
                <a:path w="8130540" h="6858000">
                  <a:moveTo>
                    <a:pt x="813054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0540" y="6858000"/>
                  </a:lnTo>
                  <a:lnTo>
                    <a:pt x="81305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62811" y="338327"/>
            <a:ext cx="5591555" cy="122072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514602" y="490854"/>
            <a:ext cx="488823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b="1" spc="-5" dirty="0">
                <a:latin typeface="Arial"/>
                <a:cs typeface="Arial"/>
              </a:rPr>
              <a:t>Default</a:t>
            </a:r>
            <a:r>
              <a:rPr sz="4300" b="1" spc="-200" dirty="0">
                <a:latin typeface="Arial"/>
                <a:cs typeface="Arial"/>
              </a:rPr>
              <a:t> </a:t>
            </a:r>
            <a:r>
              <a:rPr sz="4300" b="1" spc="-5" dirty="0">
                <a:latin typeface="Arial"/>
                <a:cs typeface="Arial"/>
              </a:rPr>
              <a:t>Arguments</a:t>
            </a:r>
            <a:endParaRPr sz="4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96897" y="1471929"/>
            <a:ext cx="7122795" cy="4948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910" indent="-283845" algn="just">
              <a:lnSpc>
                <a:spcPct val="100000"/>
              </a:lnSpc>
              <a:spcBef>
                <a:spcPts val="95"/>
              </a:spcBef>
              <a:buClr>
                <a:srgbClr val="3891A7"/>
              </a:buClr>
              <a:buSzPct val="80357"/>
              <a:buFont typeface="Segoe UI Symbol"/>
              <a:buChar char="⚫"/>
              <a:tabLst>
                <a:tab pos="296545" algn="l"/>
              </a:tabLst>
            </a:pPr>
            <a:r>
              <a:rPr sz="2800" spc="-5" dirty="0">
                <a:latin typeface="Arial MT"/>
                <a:cs typeface="Arial MT"/>
              </a:rPr>
              <a:t>In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this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function,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</a:t>
            </a:r>
            <a:endParaRPr sz="2800">
              <a:latin typeface="Arial MT"/>
              <a:cs typeface="Arial MT"/>
            </a:endParaRPr>
          </a:p>
          <a:p>
            <a:pPr marL="295910" marR="5080" algn="just">
              <a:lnSpc>
                <a:spcPct val="100000"/>
              </a:lnSpc>
            </a:pPr>
            <a:r>
              <a:rPr sz="2800" dirty="0">
                <a:latin typeface="Arial MT"/>
                <a:cs typeface="Arial MT"/>
              </a:rPr>
              <a:t>parameter </a:t>
            </a:r>
            <a:r>
              <a:rPr sz="2800" b="1" spc="-5" dirty="0">
                <a:latin typeface="Arial"/>
                <a:cs typeface="Arial"/>
              </a:rPr>
              <a:t>amount </a:t>
            </a:r>
            <a:r>
              <a:rPr sz="2800" dirty="0">
                <a:latin typeface="Arial MT"/>
                <a:cs typeface="Arial MT"/>
              </a:rPr>
              <a:t>does not have </a:t>
            </a:r>
            <a:r>
              <a:rPr sz="2800" spc="-5" dirty="0">
                <a:latin typeface="Arial MT"/>
                <a:cs typeface="Arial MT"/>
              </a:rPr>
              <a:t>a </a:t>
            </a:r>
            <a:r>
              <a:rPr sz="2800" dirty="0">
                <a:latin typeface="Arial MT"/>
                <a:cs typeface="Arial MT"/>
              </a:rPr>
              <a:t>default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value </a:t>
            </a:r>
            <a:r>
              <a:rPr sz="2800" dirty="0">
                <a:latin typeface="Arial MT"/>
                <a:cs typeface="Arial MT"/>
              </a:rPr>
              <a:t>and </a:t>
            </a:r>
            <a:r>
              <a:rPr sz="2800" spc="-5" dirty="0">
                <a:latin typeface="Arial MT"/>
                <a:cs typeface="Arial MT"/>
              </a:rPr>
              <a:t>is </a:t>
            </a:r>
            <a:r>
              <a:rPr sz="2800" dirty="0">
                <a:latin typeface="Arial MT"/>
                <a:cs typeface="Arial MT"/>
              </a:rPr>
              <a:t>required (mandatory) during </a:t>
            </a:r>
            <a:r>
              <a:rPr sz="2800" spc="-5" dirty="0">
                <a:latin typeface="Arial MT"/>
                <a:cs typeface="Arial MT"/>
              </a:rPr>
              <a:t>a 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call.</a:t>
            </a:r>
            <a:endParaRPr sz="2800">
              <a:latin typeface="Arial MT"/>
              <a:cs typeface="Arial MT"/>
            </a:endParaRPr>
          </a:p>
          <a:p>
            <a:pPr marL="295910" marR="582930" indent="-283845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80357"/>
              <a:buFont typeface="Segoe UI Symbol"/>
              <a:buChar char="⚫"/>
              <a:tabLst>
                <a:tab pos="296545" algn="l"/>
                <a:tab pos="789305" algn="l"/>
                <a:tab pos="1283335" algn="l"/>
              </a:tabLst>
            </a:pPr>
            <a:r>
              <a:rPr sz="2800" spc="-5" dirty="0">
                <a:latin typeface="Arial MT"/>
                <a:cs typeface="Arial MT"/>
              </a:rPr>
              <a:t>On the</a:t>
            </a:r>
            <a:r>
              <a:rPr sz="2800" dirty="0">
                <a:latin typeface="Arial MT"/>
                <a:cs typeface="Arial MT"/>
              </a:rPr>
              <a:t> other </a:t>
            </a:r>
            <a:r>
              <a:rPr sz="2800" spc="-5" dirty="0">
                <a:latin typeface="Arial MT"/>
                <a:cs typeface="Arial MT"/>
              </a:rPr>
              <a:t>hand,</a:t>
            </a:r>
            <a:r>
              <a:rPr sz="2800" dirty="0">
                <a:latin typeface="Arial MT"/>
                <a:cs typeface="Arial MT"/>
              </a:rPr>
              <a:t> the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parameter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discountPercentage </a:t>
            </a:r>
            <a:r>
              <a:rPr sz="2800" spc="-5" dirty="0">
                <a:latin typeface="Arial MT"/>
                <a:cs typeface="Arial MT"/>
              </a:rPr>
              <a:t>has a </a:t>
            </a:r>
            <a:r>
              <a:rPr sz="2800" dirty="0">
                <a:latin typeface="Arial MT"/>
                <a:cs typeface="Arial MT"/>
              </a:rPr>
              <a:t>default </a:t>
            </a:r>
            <a:r>
              <a:rPr sz="2800" spc="-5" dirty="0">
                <a:latin typeface="Arial MT"/>
                <a:cs typeface="Arial MT"/>
              </a:rPr>
              <a:t>value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	</a:t>
            </a:r>
            <a:r>
              <a:rPr sz="2800" spc="-5" dirty="0">
                <a:latin typeface="Arial MT"/>
                <a:cs typeface="Arial MT"/>
              </a:rPr>
              <a:t>0.	So,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is optional</a:t>
            </a:r>
            <a:r>
              <a:rPr sz="2800" dirty="0">
                <a:latin typeface="Arial MT"/>
                <a:cs typeface="Arial MT"/>
              </a:rPr>
              <a:t> during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call.</a:t>
            </a:r>
            <a:endParaRPr sz="2800">
              <a:latin typeface="Arial MT"/>
              <a:cs typeface="Arial MT"/>
            </a:endParaRPr>
          </a:p>
          <a:p>
            <a:pPr marL="295910" marR="45085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80357"/>
              <a:buFont typeface="Segoe UI Symbol"/>
              <a:buChar char="⚫"/>
              <a:tabLst>
                <a:tab pos="296545" algn="l"/>
              </a:tabLst>
            </a:pPr>
            <a:r>
              <a:rPr sz="2800" spc="-5" dirty="0">
                <a:latin typeface="Arial MT"/>
                <a:cs typeface="Arial MT"/>
              </a:rPr>
              <a:t>If a value is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provided,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</a:t>
            </a:r>
            <a:r>
              <a:rPr sz="2800" spc="-5" dirty="0">
                <a:latin typeface="Arial MT"/>
                <a:cs typeface="Arial MT"/>
              </a:rPr>
              <a:t> will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overwrite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 </a:t>
            </a:r>
            <a:r>
              <a:rPr sz="2800" spc="-7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default </a:t>
            </a:r>
            <a:r>
              <a:rPr sz="2800" spc="-5" dirty="0">
                <a:latin typeface="Arial MT"/>
                <a:cs typeface="Arial MT"/>
              </a:rPr>
              <a:t>value.</a:t>
            </a:r>
            <a:endParaRPr sz="2800">
              <a:latin typeface="Arial MT"/>
              <a:cs typeface="Arial MT"/>
            </a:endParaRPr>
          </a:p>
          <a:p>
            <a:pPr marL="295910" marR="34925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80357"/>
              <a:buFont typeface="Segoe UI Symbol"/>
              <a:buChar char="⚫"/>
              <a:tabLst>
                <a:tab pos="296545" algn="l"/>
              </a:tabLst>
            </a:pPr>
            <a:r>
              <a:rPr sz="2800" spc="-5" dirty="0">
                <a:latin typeface="Arial MT"/>
                <a:cs typeface="Arial MT"/>
              </a:rPr>
              <a:t>Any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number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of arguments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in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function</a:t>
            </a:r>
            <a:r>
              <a:rPr sz="2800" spc="-5" dirty="0">
                <a:latin typeface="Arial MT"/>
                <a:cs typeface="Arial MT"/>
              </a:rPr>
              <a:t> can </a:t>
            </a:r>
            <a:r>
              <a:rPr sz="2800" spc="-76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have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default</a:t>
            </a:r>
            <a:r>
              <a:rPr sz="2800" spc="-5" dirty="0">
                <a:latin typeface="Arial MT"/>
                <a:cs typeface="Arial MT"/>
              </a:rPr>
              <a:t> value.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17" name="Picture 16" descr="A black and red text&#10;&#10;Description automatically generated">
            <a:extLst>
              <a:ext uri="{FF2B5EF4-FFF2-40B4-BE49-F238E27FC236}">
                <a16:creationId xmlns:a16="http://schemas.microsoft.com/office/drawing/2014/main" id="{AB86E359-9B90-0BB8-75DD-2475D4AEC81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8269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505" y="0"/>
                  </a:lnTo>
                  <a:lnTo>
                    <a:pt x="0" y="819150"/>
                  </a:lnTo>
                  <a:lnTo>
                    <a:pt x="48635" y="817759"/>
                  </a:lnTo>
                  <a:lnTo>
                    <a:pt x="96034" y="813638"/>
                  </a:lnTo>
                  <a:lnTo>
                    <a:pt x="142623" y="806864"/>
                  </a:lnTo>
                  <a:lnTo>
                    <a:pt x="188327" y="797514"/>
                  </a:lnTo>
                  <a:lnTo>
                    <a:pt x="233067" y="785664"/>
                  </a:lnTo>
                  <a:lnTo>
                    <a:pt x="276768" y="771391"/>
                  </a:lnTo>
                  <a:lnTo>
                    <a:pt x="319353" y="754772"/>
                  </a:lnTo>
                  <a:lnTo>
                    <a:pt x="360744" y="735885"/>
                  </a:lnTo>
                  <a:lnTo>
                    <a:pt x="400865" y="714805"/>
                  </a:lnTo>
                  <a:lnTo>
                    <a:pt x="439639" y="691610"/>
                  </a:lnTo>
                  <a:lnTo>
                    <a:pt x="476990" y="666377"/>
                  </a:lnTo>
                  <a:lnTo>
                    <a:pt x="512839" y="639182"/>
                  </a:lnTo>
                  <a:lnTo>
                    <a:pt x="547112" y="610102"/>
                  </a:lnTo>
                  <a:lnTo>
                    <a:pt x="579729" y="579215"/>
                  </a:lnTo>
                  <a:lnTo>
                    <a:pt x="610616" y="546596"/>
                  </a:lnTo>
                  <a:lnTo>
                    <a:pt x="639695" y="512323"/>
                  </a:lnTo>
                  <a:lnTo>
                    <a:pt x="666889" y="476473"/>
                  </a:lnTo>
                  <a:lnTo>
                    <a:pt x="692122" y="439123"/>
                  </a:lnTo>
                  <a:lnTo>
                    <a:pt x="715316" y="400349"/>
                  </a:lnTo>
                  <a:lnTo>
                    <a:pt x="736395" y="360228"/>
                  </a:lnTo>
                  <a:lnTo>
                    <a:pt x="755281" y="318837"/>
                  </a:lnTo>
                  <a:lnTo>
                    <a:pt x="771899" y="276253"/>
                  </a:lnTo>
                  <a:lnTo>
                    <a:pt x="786171" y="232553"/>
                  </a:lnTo>
                  <a:lnTo>
                    <a:pt x="798020" y="187814"/>
                  </a:lnTo>
                  <a:lnTo>
                    <a:pt x="807370" y="142112"/>
                  </a:lnTo>
                  <a:lnTo>
                    <a:pt x="814144" y="95524"/>
                  </a:lnTo>
                  <a:lnTo>
                    <a:pt x="818264" y="48128"/>
                  </a:lnTo>
                  <a:lnTo>
                    <a:pt x="819655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818264" y="48128"/>
                  </a:lnTo>
                  <a:lnTo>
                    <a:pt x="814144" y="95524"/>
                  </a:lnTo>
                  <a:lnTo>
                    <a:pt x="807370" y="142112"/>
                  </a:lnTo>
                  <a:lnTo>
                    <a:pt x="798020" y="187814"/>
                  </a:lnTo>
                  <a:lnTo>
                    <a:pt x="786171" y="232553"/>
                  </a:lnTo>
                  <a:lnTo>
                    <a:pt x="771899" y="276253"/>
                  </a:lnTo>
                  <a:lnTo>
                    <a:pt x="755281" y="318837"/>
                  </a:lnTo>
                  <a:lnTo>
                    <a:pt x="736395" y="360228"/>
                  </a:lnTo>
                  <a:lnTo>
                    <a:pt x="715316" y="400349"/>
                  </a:lnTo>
                  <a:lnTo>
                    <a:pt x="692122" y="439123"/>
                  </a:lnTo>
                  <a:lnTo>
                    <a:pt x="666889" y="476473"/>
                  </a:lnTo>
                  <a:lnTo>
                    <a:pt x="639695" y="512323"/>
                  </a:lnTo>
                  <a:lnTo>
                    <a:pt x="610616" y="546596"/>
                  </a:lnTo>
                  <a:lnTo>
                    <a:pt x="579729" y="579215"/>
                  </a:lnTo>
                  <a:lnTo>
                    <a:pt x="547112" y="610102"/>
                  </a:lnTo>
                  <a:lnTo>
                    <a:pt x="512839" y="639182"/>
                  </a:lnTo>
                  <a:lnTo>
                    <a:pt x="476990" y="666377"/>
                  </a:lnTo>
                  <a:lnTo>
                    <a:pt x="439639" y="691610"/>
                  </a:lnTo>
                  <a:lnTo>
                    <a:pt x="400865" y="714805"/>
                  </a:lnTo>
                  <a:lnTo>
                    <a:pt x="360744" y="735885"/>
                  </a:lnTo>
                  <a:lnTo>
                    <a:pt x="319353" y="754772"/>
                  </a:lnTo>
                  <a:lnTo>
                    <a:pt x="276768" y="771391"/>
                  </a:lnTo>
                  <a:lnTo>
                    <a:pt x="233067" y="785664"/>
                  </a:lnTo>
                  <a:lnTo>
                    <a:pt x="188327" y="797514"/>
                  </a:lnTo>
                  <a:lnTo>
                    <a:pt x="142623" y="806864"/>
                  </a:lnTo>
                  <a:lnTo>
                    <a:pt x="96034" y="813638"/>
                  </a:lnTo>
                  <a:lnTo>
                    <a:pt x="48635" y="817759"/>
                  </a:lnTo>
                  <a:lnTo>
                    <a:pt x="505" y="819150"/>
                  </a:lnTo>
                  <a:lnTo>
                    <a:pt x="336" y="819150"/>
                  </a:lnTo>
                  <a:lnTo>
                    <a:pt x="168" y="819150"/>
                  </a:lnTo>
                  <a:lnTo>
                    <a:pt x="0" y="819150"/>
                  </a:lnTo>
                  <a:lnTo>
                    <a:pt x="505" y="0"/>
                  </a:lnTo>
                  <a:lnTo>
                    <a:pt x="819655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460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9163" y="21335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10" y="708461"/>
                  </a:lnTo>
                  <a:lnTo>
                    <a:pt x="20983" y="662500"/>
                  </a:lnTo>
                  <a:lnTo>
                    <a:pt x="32487" y="617462"/>
                  </a:lnTo>
                  <a:lnTo>
                    <a:pt x="46350" y="573417"/>
                  </a:lnTo>
                  <a:lnTo>
                    <a:pt x="62501" y="530438"/>
                  </a:lnTo>
                  <a:lnTo>
                    <a:pt x="80868" y="488596"/>
                  </a:lnTo>
                  <a:lnTo>
                    <a:pt x="101378" y="447964"/>
                  </a:lnTo>
                  <a:lnTo>
                    <a:pt x="123961" y="408613"/>
                  </a:lnTo>
                  <a:lnTo>
                    <a:pt x="148543" y="370615"/>
                  </a:lnTo>
                  <a:lnTo>
                    <a:pt x="175055" y="334042"/>
                  </a:lnTo>
                  <a:lnTo>
                    <a:pt x="203422" y="298966"/>
                  </a:lnTo>
                  <a:lnTo>
                    <a:pt x="233574" y="265459"/>
                  </a:lnTo>
                  <a:lnTo>
                    <a:pt x="265439" y="233593"/>
                  </a:lnTo>
                  <a:lnTo>
                    <a:pt x="298945" y="203439"/>
                  </a:lnTo>
                  <a:lnTo>
                    <a:pt x="334020" y="175070"/>
                  </a:lnTo>
                  <a:lnTo>
                    <a:pt x="370593" y="148557"/>
                  </a:lnTo>
                  <a:lnTo>
                    <a:pt x="408590" y="123973"/>
                  </a:lnTo>
                  <a:lnTo>
                    <a:pt x="447941" y="101388"/>
                  </a:lnTo>
                  <a:lnTo>
                    <a:pt x="488574" y="80876"/>
                  </a:lnTo>
                  <a:lnTo>
                    <a:pt x="530417" y="62508"/>
                  </a:lnTo>
                  <a:lnTo>
                    <a:pt x="573397" y="46355"/>
                  </a:lnTo>
                  <a:lnTo>
                    <a:pt x="617444" y="32490"/>
                  </a:lnTo>
                  <a:lnTo>
                    <a:pt x="662485" y="20985"/>
                  </a:lnTo>
                  <a:lnTo>
                    <a:pt x="708448" y="11912"/>
                  </a:lnTo>
                  <a:lnTo>
                    <a:pt x="755262" y="5342"/>
                  </a:lnTo>
                  <a:lnTo>
                    <a:pt x="802854" y="1347"/>
                  </a:lnTo>
                  <a:lnTo>
                    <a:pt x="851154" y="0"/>
                  </a:lnTo>
                  <a:lnTo>
                    <a:pt x="899448" y="1347"/>
                  </a:lnTo>
                  <a:lnTo>
                    <a:pt x="947036" y="5342"/>
                  </a:lnTo>
                  <a:lnTo>
                    <a:pt x="993846" y="11912"/>
                  </a:lnTo>
                  <a:lnTo>
                    <a:pt x="1039807" y="20985"/>
                  </a:lnTo>
                  <a:lnTo>
                    <a:pt x="1084845" y="32490"/>
                  </a:lnTo>
                  <a:lnTo>
                    <a:pt x="1128890" y="46355"/>
                  </a:lnTo>
                  <a:lnTo>
                    <a:pt x="1171869" y="62508"/>
                  </a:lnTo>
                  <a:lnTo>
                    <a:pt x="1213711" y="80876"/>
                  </a:lnTo>
                  <a:lnTo>
                    <a:pt x="1254343" y="101388"/>
                  </a:lnTo>
                  <a:lnTo>
                    <a:pt x="1293694" y="123973"/>
                  </a:lnTo>
                  <a:lnTo>
                    <a:pt x="1331692" y="148557"/>
                  </a:lnTo>
                  <a:lnTo>
                    <a:pt x="1368265" y="175070"/>
                  </a:lnTo>
                  <a:lnTo>
                    <a:pt x="1403341" y="203439"/>
                  </a:lnTo>
                  <a:lnTo>
                    <a:pt x="1436848" y="233593"/>
                  </a:lnTo>
                  <a:lnTo>
                    <a:pt x="1468714" y="265459"/>
                  </a:lnTo>
                  <a:lnTo>
                    <a:pt x="1498868" y="298966"/>
                  </a:lnTo>
                  <a:lnTo>
                    <a:pt x="1527237" y="334042"/>
                  </a:lnTo>
                  <a:lnTo>
                    <a:pt x="1553750" y="370615"/>
                  </a:lnTo>
                  <a:lnTo>
                    <a:pt x="1578334" y="408613"/>
                  </a:lnTo>
                  <a:lnTo>
                    <a:pt x="1600919" y="447964"/>
                  </a:lnTo>
                  <a:lnTo>
                    <a:pt x="1621431" y="488596"/>
                  </a:lnTo>
                  <a:lnTo>
                    <a:pt x="1639799" y="530438"/>
                  </a:lnTo>
                  <a:lnTo>
                    <a:pt x="1655952" y="573417"/>
                  </a:lnTo>
                  <a:lnTo>
                    <a:pt x="1669817" y="617462"/>
                  </a:lnTo>
                  <a:lnTo>
                    <a:pt x="1681322" y="662500"/>
                  </a:lnTo>
                  <a:lnTo>
                    <a:pt x="1690395" y="708461"/>
                  </a:lnTo>
                  <a:lnTo>
                    <a:pt x="1696965" y="755271"/>
                  </a:lnTo>
                  <a:lnTo>
                    <a:pt x="1700960" y="802859"/>
                  </a:lnTo>
                  <a:lnTo>
                    <a:pt x="1702308" y="851154"/>
                  </a:lnTo>
                  <a:lnTo>
                    <a:pt x="1700960" y="899448"/>
                  </a:lnTo>
                  <a:lnTo>
                    <a:pt x="1696965" y="947036"/>
                  </a:lnTo>
                  <a:lnTo>
                    <a:pt x="1690395" y="993846"/>
                  </a:lnTo>
                  <a:lnTo>
                    <a:pt x="1681322" y="1039807"/>
                  </a:lnTo>
                  <a:lnTo>
                    <a:pt x="1669817" y="1084845"/>
                  </a:lnTo>
                  <a:lnTo>
                    <a:pt x="1655952" y="1128890"/>
                  </a:lnTo>
                  <a:lnTo>
                    <a:pt x="1639799" y="1171869"/>
                  </a:lnTo>
                  <a:lnTo>
                    <a:pt x="1621431" y="1213711"/>
                  </a:lnTo>
                  <a:lnTo>
                    <a:pt x="1600919" y="1254343"/>
                  </a:lnTo>
                  <a:lnTo>
                    <a:pt x="1578334" y="1293694"/>
                  </a:lnTo>
                  <a:lnTo>
                    <a:pt x="1553750" y="1331692"/>
                  </a:lnTo>
                  <a:lnTo>
                    <a:pt x="1527237" y="1368265"/>
                  </a:lnTo>
                  <a:lnTo>
                    <a:pt x="1498868" y="1403341"/>
                  </a:lnTo>
                  <a:lnTo>
                    <a:pt x="1468714" y="1436848"/>
                  </a:lnTo>
                  <a:lnTo>
                    <a:pt x="1436848" y="1468714"/>
                  </a:lnTo>
                  <a:lnTo>
                    <a:pt x="1403341" y="1498868"/>
                  </a:lnTo>
                  <a:lnTo>
                    <a:pt x="1368265" y="1527237"/>
                  </a:lnTo>
                  <a:lnTo>
                    <a:pt x="1331692" y="1553750"/>
                  </a:lnTo>
                  <a:lnTo>
                    <a:pt x="1293694" y="1578334"/>
                  </a:lnTo>
                  <a:lnTo>
                    <a:pt x="1254343" y="1600919"/>
                  </a:lnTo>
                  <a:lnTo>
                    <a:pt x="1213711" y="1621431"/>
                  </a:lnTo>
                  <a:lnTo>
                    <a:pt x="1171869" y="1639799"/>
                  </a:lnTo>
                  <a:lnTo>
                    <a:pt x="1128890" y="1655952"/>
                  </a:lnTo>
                  <a:lnTo>
                    <a:pt x="1084845" y="1669817"/>
                  </a:lnTo>
                  <a:lnTo>
                    <a:pt x="1039807" y="1681322"/>
                  </a:lnTo>
                  <a:lnTo>
                    <a:pt x="993846" y="1690395"/>
                  </a:lnTo>
                  <a:lnTo>
                    <a:pt x="947036" y="1696965"/>
                  </a:lnTo>
                  <a:lnTo>
                    <a:pt x="899448" y="1700960"/>
                  </a:lnTo>
                  <a:lnTo>
                    <a:pt x="851154" y="1702308"/>
                  </a:lnTo>
                  <a:lnTo>
                    <a:pt x="802854" y="1700960"/>
                  </a:lnTo>
                  <a:lnTo>
                    <a:pt x="755262" y="1696965"/>
                  </a:lnTo>
                  <a:lnTo>
                    <a:pt x="708448" y="1690395"/>
                  </a:lnTo>
                  <a:lnTo>
                    <a:pt x="662485" y="1681322"/>
                  </a:lnTo>
                  <a:lnTo>
                    <a:pt x="617444" y="1669817"/>
                  </a:lnTo>
                  <a:lnTo>
                    <a:pt x="573397" y="1655952"/>
                  </a:lnTo>
                  <a:lnTo>
                    <a:pt x="530417" y="1639799"/>
                  </a:lnTo>
                  <a:lnTo>
                    <a:pt x="488574" y="1621431"/>
                  </a:lnTo>
                  <a:lnTo>
                    <a:pt x="447941" y="1600919"/>
                  </a:lnTo>
                  <a:lnTo>
                    <a:pt x="408590" y="1578334"/>
                  </a:lnTo>
                  <a:lnTo>
                    <a:pt x="370593" y="1553750"/>
                  </a:lnTo>
                  <a:lnTo>
                    <a:pt x="334020" y="1527237"/>
                  </a:lnTo>
                  <a:lnTo>
                    <a:pt x="298945" y="1498868"/>
                  </a:lnTo>
                  <a:lnTo>
                    <a:pt x="265439" y="1468714"/>
                  </a:lnTo>
                  <a:lnTo>
                    <a:pt x="233574" y="1436848"/>
                  </a:lnTo>
                  <a:lnTo>
                    <a:pt x="203422" y="1403341"/>
                  </a:lnTo>
                  <a:lnTo>
                    <a:pt x="175055" y="1368265"/>
                  </a:lnTo>
                  <a:lnTo>
                    <a:pt x="148543" y="1331692"/>
                  </a:lnTo>
                  <a:lnTo>
                    <a:pt x="123961" y="1293694"/>
                  </a:lnTo>
                  <a:lnTo>
                    <a:pt x="101378" y="1254343"/>
                  </a:lnTo>
                  <a:lnTo>
                    <a:pt x="80868" y="1213711"/>
                  </a:lnTo>
                  <a:lnTo>
                    <a:pt x="62501" y="1171869"/>
                  </a:lnTo>
                  <a:lnTo>
                    <a:pt x="46350" y="1128890"/>
                  </a:lnTo>
                  <a:lnTo>
                    <a:pt x="32487" y="1084845"/>
                  </a:lnTo>
                  <a:lnTo>
                    <a:pt x="20983" y="1039807"/>
                  </a:lnTo>
                  <a:lnTo>
                    <a:pt x="11910" y="993846"/>
                  </a:lnTo>
                  <a:lnTo>
                    <a:pt x="5341" y="947036"/>
                  </a:lnTo>
                  <a:lnTo>
                    <a:pt x="1347" y="899448"/>
                  </a:lnTo>
                  <a:lnTo>
                    <a:pt x="0" y="851154"/>
                  </a:lnTo>
                  <a:close/>
                </a:path>
              </a:pathLst>
            </a:custGeom>
            <a:ln w="27432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3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  <a:close/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  <a:close/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3460" y="0"/>
              <a:ext cx="8130540" cy="6858000"/>
            </a:xfrm>
            <a:custGeom>
              <a:avLst/>
              <a:gdLst/>
              <a:ahLst/>
              <a:cxnLst/>
              <a:rect l="l" t="t" r="r" b="b"/>
              <a:pathLst>
                <a:path w="8130540" h="6858000">
                  <a:moveTo>
                    <a:pt x="813054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0540" y="6858000"/>
                  </a:lnTo>
                  <a:lnTo>
                    <a:pt x="81305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62811" y="338327"/>
            <a:ext cx="5591555" cy="122072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514602" y="490854"/>
            <a:ext cx="488823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b="1" spc="-5" dirty="0">
                <a:latin typeface="Arial"/>
                <a:cs typeface="Arial"/>
              </a:rPr>
              <a:t>Default</a:t>
            </a:r>
            <a:r>
              <a:rPr sz="4300" b="1" spc="-200" dirty="0">
                <a:latin typeface="Arial"/>
                <a:cs typeface="Arial"/>
              </a:rPr>
              <a:t> </a:t>
            </a:r>
            <a:r>
              <a:rPr sz="4300" b="1" spc="-5" dirty="0">
                <a:latin typeface="Arial"/>
                <a:cs typeface="Arial"/>
              </a:rPr>
              <a:t>Arguments</a:t>
            </a:r>
            <a:endParaRPr sz="4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96897" y="1468882"/>
            <a:ext cx="7030720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dirty="0">
                <a:latin typeface="Arial MT"/>
                <a:cs typeface="Arial MT"/>
              </a:rPr>
              <a:t>Once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we</a:t>
            </a:r>
            <a:r>
              <a:rPr sz="3200" spc="-5" dirty="0">
                <a:latin typeface="Arial MT"/>
                <a:cs typeface="Arial MT"/>
              </a:rPr>
              <a:t> have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5" dirty="0">
                <a:latin typeface="Arial MT"/>
                <a:cs typeface="Arial MT"/>
              </a:rPr>
              <a:t> default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argument,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all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 </a:t>
            </a:r>
            <a:r>
              <a:rPr sz="3200" spc="-5" dirty="0">
                <a:latin typeface="Arial MT"/>
                <a:cs typeface="Arial MT"/>
              </a:rPr>
              <a:t>arguments </a:t>
            </a:r>
            <a:r>
              <a:rPr sz="3200" dirty="0">
                <a:latin typeface="Arial MT"/>
                <a:cs typeface="Arial MT"/>
              </a:rPr>
              <a:t>to its </a:t>
            </a:r>
            <a:r>
              <a:rPr sz="3200" spc="-5" dirty="0">
                <a:latin typeface="Arial MT"/>
                <a:cs typeface="Arial MT"/>
              </a:rPr>
              <a:t>right must </a:t>
            </a:r>
            <a:r>
              <a:rPr sz="3200" dirty="0">
                <a:latin typeface="Arial MT"/>
                <a:cs typeface="Arial MT"/>
              </a:rPr>
              <a:t>also 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have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default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values.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96897" y="4700092"/>
            <a:ext cx="653732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dirty="0">
                <a:latin typeface="Arial MT"/>
                <a:cs typeface="Arial MT"/>
              </a:rPr>
              <a:t>SyntaxError: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non-default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argument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follows default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argument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76400" y="3429000"/>
            <a:ext cx="7010400" cy="533400"/>
          </a:xfrm>
          <a:prstGeom prst="rect">
            <a:avLst/>
          </a:prstGeom>
        </p:spPr>
      </p:pic>
      <p:pic>
        <p:nvPicPr>
          <p:cNvPr id="19" name="Picture 18" descr="A black and red text&#10;&#10;Description automatically generated">
            <a:extLst>
              <a:ext uri="{FF2B5EF4-FFF2-40B4-BE49-F238E27FC236}">
                <a16:creationId xmlns:a16="http://schemas.microsoft.com/office/drawing/2014/main" id="{04B02430-172A-4031-18E7-6F69FCE6A1C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8269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505" y="0"/>
                  </a:lnTo>
                  <a:lnTo>
                    <a:pt x="0" y="819150"/>
                  </a:lnTo>
                  <a:lnTo>
                    <a:pt x="48635" y="817759"/>
                  </a:lnTo>
                  <a:lnTo>
                    <a:pt x="96034" y="813638"/>
                  </a:lnTo>
                  <a:lnTo>
                    <a:pt x="142623" y="806864"/>
                  </a:lnTo>
                  <a:lnTo>
                    <a:pt x="188327" y="797514"/>
                  </a:lnTo>
                  <a:lnTo>
                    <a:pt x="233067" y="785664"/>
                  </a:lnTo>
                  <a:lnTo>
                    <a:pt x="276768" y="771391"/>
                  </a:lnTo>
                  <a:lnTo>
                    <a:pt x="319353" y="754772"/>
                  </a:lnTo>
                  <a:lnTo>
                    <a:pt x="360744" y="735885"/>
                  </a:lnTo>
                  <a:lnTo>
                    <a:pt x="400865" y="714805"/>
                  </a:lnTo>
                  <a:lnTo>
                    <a:pt x="439639" y="691610"/>
                  </a:lnTo>
                  <a:lnTo>
                    <a:pt x="476990" y="666377"/>
                  </a:lnTo>
                  <a:lnTo>
                    <a:pt x="512839" y="639182"/>
                  </a:lnTo>
                  <a:lnTo>
                    <a:pt x="547112" y="610102"/>
                  </a:lnTo>
                  <a:lnTo>
                    <a:pt x="579729" y="579215"/>
                  </a:lnTo>
                  <a:lnTo>
                    <a:pt x="610616" y="546596"/>
                  </a:lnTo>
                  <a:lnTo>
                    <a:pt x="639695" y="512323"/>
                  </a:lnTo>
                  <a:lnTo>
                    <a:pt x="666889" y="476473"/>
                  </a:lnTo>
                  <a:lnTo>
                    <a:pt x="692122" y="439123"/>
                  </a:lnTo>
                  <a:lnTo>
                    <a:pt x="715316" y="400349"/>
                  </a:lnTo>
                  <a:lnTo>
                    <a:pt x="736395" y="360228"/>
                  </a:lnTo>
                  <a:lnTo>
                    <a:pt x="755281" y="318837"/>
                  </a:lnTo>
                  <a:lnTo>
                    <a:pt x="771899" y="276253"/>
                  </a:lnTo>
                  <a:lnTo>
                    <a:pt x="786171" y="232553"/>
                  </a:lnTo>
                  <a:lnTo>
                    <a:pt x="798020" y="187814"/>
                  </a:lnTo>
                  <a:lnTo>
                    <a:pt x="807370" y="142112"/>
                  </a:lnTo>
                  <a:lnTo>
                    <a:pt x="814144" y="95524"/>
                  </a:lnTo>
                  <a:lnTo>
                    <a:pt x="818264" y="48128"/>
                  </a:lnTo>
                  <a:lnTo>
                    <a:pt x="819655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818264" y="48128"/>
                  </a:lnTo>
                  <a:lnTo>
                    <a:pt x="814144" y="95524"/>
                  </a:lnTo>
                  <a:lnTo>
                    <a:pt x="807370" y="142112"/>
                  </a:lnTo>
                  <a:lnTo>
                    <a:pt x="798020" y="187814"/>
                  </a:lnTo>
                  <a:lnTo>
                    <a:pt x="786171" y="232553"/>
                  </a:lnTo>
                  <a:lnTo>
                    <a:pt x="771899" y="276253"/>
                  </a:lnTo>
                  <a:lnTo>
                    <a:pt x="755281" y="318837"/>
                  </a:lnTo>
                  <a:lnTo>
                    <a:pt x="736395" y="360228"/>
                  </a:lnTo>
                  <a:lnTo>
                    <a:pt x="715316" y="400349"/>
                  </a:lnTo>
                  <a:lnTo>
                    <a:pt x="692122" y="439123"/>
                  </a:lnTo>
                  <a:lnTo>
                    <a:pt x="666889" y="476473"/>
                  </a:lnTo>
                  <a:lnTo>
                    <a:pt x="639695" y="512323"/>
                  </a:lnTo>
                  <a:lnTo>
                    <a:pt x="610616" y="546596"/>
                  </a:lnTo>
                  <a:lnTo>
                    <a:pt x="579729" y="579215"/>
                  </a:lnTo>
                  <a:lnTo>
                    <a:pt x="547112" y="610102"/>
                  </a:lnTo>
                  <a:lnTo>
                    <a:pt x="512839" y="639182"/>
                  </a:lnTo>
                  <a:lnTo>
                    <a:pt x="476990" y="666377"/>
                  </a:lnTo>
                  <a:lnTo>
                    <a:pt x="439639" y="691610"/>
                  </a:lnTo>
                  <a:lnTo>
                    <a:pt x="400865" y="714805"/>
                  </a:lnTo>
                  <a:lnTo>
                    <a:pt x="360744" y="735885"/>
                  </a:lnTo>
                  <a:lnTo>
                    <a:pt x="319353" y="754772"/>
                  </a:lnTo>
                  <a:lnTo>
                    <a:pt x="276768" y="771391"/>
                  </a:lnTo>
                  <a:lnTo>
                    <a:pt x="233067" y="785664"/>
                  </a:lnTo>
                  <a:lnTo>
                    <a:pt x="188327" y="797514"/>
                  </a:lnTo>
                  <a:lnTo>
                    <a:pt x="142623" y="806864"/>
                  </a:lnTo>
                  <a:lnTo>
                    <a:pt x="96034" y="813638"/>
                  </a:lnTo>
                  <a:lnTo>
                    <a:pt x="48635" y="817759"/>
                  </a:lnTo>
                  <a:lnTo>
                    <a:pt x="505" y="819150"/>
                  </a:lnTo>
                  <a:lnTo>
                    <a:pt x="336" y="819150"/>
                  </a:lnTo>
                  <a:lnTo>
                    <a:pt x="168" y="819150"/>
                  </a:lnTo>
                  <a:lnTo>
                    <a:pt x="0" y="819150"/>
                  </a:lnTo>
                  <a:lnTo>
                    <a:pt x="505" y="0"/>
                  </a:lnTo>
                  <a:lnTo>
                    <a:pt x="819655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460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9163" y="21335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10" y="708461"/>
                  </a:lnTo>
                  <a:lnTo>
                    <a:pt x="20983" y="662500"/>
                  </a:lnTo>
                  <a:lnTo>
                    <a:pt x="32487" y="617462"/>
                  </a:lnTo>
                  <a:lnTo>
                    <a:pt x="46350" y="573417"/>
                  </a:lnTo>
                  <a:lnTo>
                    <a:pt x="62501" y="530438"/>
                  </a:lnTo>
                  <a:lnTo>
                    <a:pt x="80868" y="488596"/>
                  </a:lnTo>
                  <a:lnTo>
                    <a:pt x="101378" y="447964"/>
                  </a:lnTo>
                  <a:lnTo>
                    <a:pt x="123961" y="408613"/>
                  </a:lnTo>
                  <a:lnTo>
                    <a:pt x="148543" y="370615"/>
                  </a:lnTo>
                  <a:lnTo>
                    <a:pt x="175055" y="334042"/>
                  </a:lnTo>
                  <a:lnTo>
                    <a:pt x="203422" y="298966"/>
                  </a:lnTo>
                  <a:lnTo>
                    <a:pt x="233574" y="265459"/>
                  </a:lnTo>
                  <a:lnTo>
                    <a:pt x="265439" y="233593"/>
                  </a:lnTo>
                  <a:lnTo>
                    <a:pt x="298945" y="203439"/>
                  </a:lnTo>
                  <a:lnTo>
                    <a:pt x="334020" y="175070"/>
                  </a:lnTo>
                  <a:lnTo>
                    <a:pt x="370593" y="148557"/>
                  </a:lnTo>
                  <a:lnTo>
                    <a:pt x="408590" y="123973"/>
                  </a:lnTo>
                  <a:lnTo>
                    <a:pt x="447941" y="101388"/>
                  </a:lnTo>
                  <a:lnTo>
                    <a:pt x="488574" y="80876"/>
                  </a:lnTo>
                  <a:lnTo>
                    <a:pt x="530417" y="62508"/>
                  </a:lnTo>
                  <a:lnTo>
                    <a:pt x="573397" y="46355"/>
                  </a:lnTo>
                  <a:lnTo>
                    <a:pt x="617444" y="32490"/>
                  </a:lnTo>
                  <a:lnTo>
                    <a:pt x="662485" y="20985"/>
                  </a:lnTo>
                  <a:lnTo>
                    <a:pt x="708448" y="11912"/>
                  </a:lnTo>
                  <a:lnTo>
                    <a:pt x="755262" y="5342"/>
                  </a:lnTo>
                  <a:lnTo>
                    <a:pt x="802854" y="1347"/>
                  </a:lnTo>
                  <a:lnTo>
                    <a:pt x="851154" y="0"/>
                  </a:lnTo>
                  <a:lnTo>
                    <a:pt x="899448" y="1347"/>
                  </a:lnTo>
                  <a:lnTo>
                    <a:pt x="947036" y="5342"/>
                  </a:lnTo>
                  <a:lnTo>
                    <a:pt x="993846" y="11912"/>
                  </a:lnTo>
                  <a:lnTo>
                    <a:pt x="1039807" y="20985"/>
                  </a:lnTo>
                  <a:lnTo>
                    <a:pt x="1084845" y="32490"/>
                  </a:lnTo>
                  <a:lnTo>
                    <a:pt x="1128890" y="46355"/>
                  </a:lnTo>
                  <a:lnTo>
                    <a:pt x="1171869" y="62508"/>
                  </a:lnTo>
                  <a:lnTo>
                    <a:pt x="1213711" y="80876"/>
                  </a:lnTo>
                  <a:lnTo>
                    <a:pt x="1254343" y="101388"/>
                  </a:lnTo>
                  <a:lnTo>
                    <a:pt x="1293694" y="123973"/>
                  </a:lnTo>
                  <a:lnTo>
                    <a:pt x="1331692" y="148557"/>
                  </a:lnTo>
                  <a:lnTo>
                    <a:pt x="1368265" y="175070"/>
                  </a:lnTo>
                  <a:lnTo>
                    <a:pt x="1403341" y="203439"/>
                  </a:lnTo>
                  <a:lnTo>
                    <a:pt x="1436848" y="233593"/>
                  </a:lnTo>
                  <a:lnTo>
                    <a:pt x="1468714" y="265459"/>
                  </a:lnTo>
                  <a:lnTo>
                    <a:pt x="1498868" y="298966"/>
                  </a:lnTo>
                  <a:lnTo>
                    <a:pt x="1527237" y="334042"/>
                  </a:lnTo>
                  <a:lnTo>
                    <a:pt x="1553750" y="370615"/>
                  </a:lnTo>
                  <a:lnTo>
                    <a:pt x="1578334" y="408613"/>
                  </a:lnTo>
                  <a:lnTo>
                    <a:pt x="1600919" y="447964"/>
                  </a:lnTo>
                  <a:lnTo>
                    <a:pt x="1621431" y="488596"/>
                  </a:lnTo>
                  <a:lnTo>
                    <a:pt x="1639799" y="530438"/>
                  </a:lnTo>
                  <a:lnTo>
                    <a:pt x="1655952" y="573417"/>
                  </a:lnTo>
                  <a:lnTo>
                    <a:pt x="1669817" y="617462"/>
                  </a:lnTo>
                  <a:lnTo>
                    <a:pt x="1681322" y="662500"/>
                  </a:lnTo>
                  <a:lnTo>
                    <a:pt x="1690395" y="708461"/>
                  </a:lnTo>
                  <a:lnTo>
                    <a:pt x="1696965" y="755271"/>
                  </a:lnTo>
                  <a:lnTo>
                    <a:pt x="1700960" y="802859"/>
                  </a:lnTo>
                  <a:lnTo>
                    <a:pt x="1702308" y="851154"/>
                  </a:lnTo>
                  <a:lnTo>
                    <a:pt x="1700960" y="899448"/>
                  </a:lnTo>
                  <a:lnTo>
                    <a:pt x="1696965" y="947036"/>
                  </a:lnTo>
                  <a:lnTo>
                    <a:pt x="1690395" y="993846"/>
                  </a:lnTo>
                  <a:lnTo>
                    <a:pt x="1681322" y="1039807"/>
                  </a:lnTo>
                  <a:lnTo>
                    <a:pt x="1669817" y="1084845"/>
                  </a:lnTo>
                  <a:lnTo>
                    <a:pt x="1655952" y="1128890"/>
                  </a:lnTo>
                  <a:lnTo>
                    <a:pt x="1639799" y="1171869"/>
                  </a:lnTo>
                  <a:lnTo>
                    <a:pt x="1621431" y="1213711"/>
                  </a:lnTo>
                  <a:lnTo>
                    <a:pt x="1600919" y="1254343"/>
                  </a:lnTo>
                  <a:lnTo>
                    <a:pt x="1578334" y="1293694"/>
                  </a:lnTo>
                  <a:lnTo>
                    <a:pt x="1553750" y="1331692"/>
                  </a:lnTo>
                  <a:lnTo>
                    <a:pt x="1527237" y="1368265"/>
                  </a:lnTo>
                  <a:lnTo>
                    <a:pt x="1498868" y="1403341"/>
                  </a:lnTo>
                  <a:lnTo>
                    <a:pt x="1468714" y="1436848"/>
                  </a:lnTo>
                  <a:lnTo>
                    <a:pt x="1436848" y="1468714"/>
                  </a:lnTo>
                  <a:lnTo>
                    <a:pt x="1403341" y="1498868"/>
                  </a:lnTo>
                  <a:lnTo>
                    <a:pt x="1368265" y="1527237"/>
                  </a:lnTo>
                  <a:lnTo>
                    <a:pt x="1331692" y="1553750"/>
                  </a:lnTo>
                  <a:lnTo>
                    <a:pt x="1293694" y="1578334"/>
                  </a:lnTo>
                  <a:lnTo>
                    <a:pt x="1254343" y="1600919"/>
                  </a:lnTo>
                  <a:lnTo>
                    <a:pt x="1213711" y="1621431"/>
                  </a:lnTo>
                  <a:lnTo>
                    <a:pt x="1171869" y="1639799"/>
                  </a:lnTo>
                  <a:lnTo>
                    <a:pt x="1128890" y="1655952"/>
                  </a:lnTo>
                  <a:lnTo>
                    <a:pt x="1084845" y="1669817"/>
                  </a:lnTo>
                  <a:lnTo>
                    <a:pt x="1039807" y="1681322"/>
                  </a:lnTo>
                  <a:lnTo>
                    <a:pt x="993846" y="1690395"/>
                  </a:lnTo>
                  <a:lnTo>
                    <a:pt x="947036" y="1696965"/>
                  </a:lnTo>
                  <a:lnTo>
                    <a:pt x="899448" y="1700960"/>
                  </a:lnTo>
                  <a:lnTo>
                    <a:pt x="851154" y="1702308"/>
                  </a:lnTo>
                  <a:lnTo>
                    <a:pt x="802854" y="1700960"/>
                  </a:lnTo>
                  <a:lnTo>
                    <a:pt x="755262" y="1696965"/>
                  </a:lnTo>
                  <a:lnTo>
                    <a:pt x="708448" y="1690395"/>
                  </a:lnTo>
                  <a:lnTo>
                    <a:pt x="662485" y="1681322"/>
                  </a:lnTo>
                  <a:lnTo>
                    <a:pt x="617444" y="1669817"/>
                  </a:lnTo>
                  <a:lnTo>
                    <a:pt x="573397" y="1655952"/>
                  </a:lnTo>
                  <a:lnTo>
                    <a:pt x="530417" y="1639799"/>
                  </a:lnTo>
                  <a:lnTo>
                    <a:pt x="488574" y="1621431"/>
                  </a:lnTo>
                  <a:lnTo>
                    <a:pt x="447941" y="1600919"/>
                  </a:lnTo>
                  <a:lnTo>
                    <a:pt x="408590" y="1578334"/>
                  </a:lnTo>
                  <a:lnTo>
                    <a:pt x="370593" y="1553750"/>
                  </a:lnTo>
                  <a:lnTo>
                    <a:pt x="334020" y="1527237"/>
                  </a:lnTo>
                  <a:lnTo>
                    <a:pt x="298945" y="1498868"/>
                  </a:lnTo>
                  <a:lnTo>
                    <a:pt x="265439" y="1468714"/>
                  </a:lnTo>
                  <a:lnTo>
                    <a:pt x="233574" y="1436848"/>
                  </a:lnTo>
                  <a:lnTo>
                    <a:pt x="203422" y="1403341"/>
                  </a:lnTo>
                  <a:lnTo>
                    <a:pt x="175055" y="1368265"/>
                  </a:lnTo>
                  <a:lnTo>
                    <a:pt x="148543" y="1331692"/>
                  </a:lnTo>
                  <a:lnTo>
                    <a:pt x="123961" y="1293694"/>
                  </a:lnTo>
                  <a:lnTo>
                    <a:pt x="101378" y="1254343"/>
                  </a:lnTo>
                  <a:lnTo>
                    <a:pt x="80868" y="1213711"/>
                  </a:lnTo>
                  <a:lnTo>
                    <a:pt x="62501" y="1171869"/>
                  </a:lnTo>
                  <a:lnTo>
                    <a:pt x="46350" y="1128890"/>
                  </a:lnTo>
                  <a:lnTo>
                    <a:pt x="32487" y="1084845"/>
                  </a:lnTo>
                  <a:lnTo>
                    <a:pt x="20983" y="1039807"/>
                  </a:lnTo>
                  <a:lnTo>
                    <a:pt x="11910" y="993846"/>
                  </a:lnTo>
                  <a:lnTo>
                    <a:pt x="5341" y="947036"/>
                  </a:lnTo>
                  <a:lnTo>
                    <a:pt x="1347" y="899448"/>
                  </a:lnTo>
                  <a:lnTo>
                    <a:pt x="0" y="851154"/>
                  </a:lnTo>
                  <a:close/>
                </a:path>
              </a:pathLst>
            </a:custGeom>
            <a:ln w="27432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3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  <a:close/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  <a:close/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3460" y="0"/>
              <a:ext cx="8130540" cy="6858000"/>
            </a:xfrm>
            <a:custGeom>
              <a:avLst/>
              <a:gdLst/>
              <a:ahLst/>
              <a:cxnLst/>
              <a:rect l="l" t="t" r="r" b="b"/>
              <a:pathLst>
                <a:path w="8130540" h="6858000">
                  <a:moveTo>
                    <a:pt x="813054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0540" y="6858000"/>
                  </a:lnTo>
                  <a:lnTo>
                    <a:pt x="81305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62811" y="338327"/>
            <a:ext cx="5609844" cy="122072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514602" y="490854"/>
            <a:ext cx="490855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5" dirty="0"/>
              <a:t>Keyword</a:t>
            </a:r>
            <a:r>
              <a:rPr sz="4300" spc="-285" dirty="0"/>
              <a:t> </a:t>
            </a:r>
            <a:r>
              <a:rPr sz="4300" spc="-5" dirty="0"/>
              <a:t>Arguments</a:t>
            </a:r>
            <a:endParaRPr sz="4300"/>
          </a:p>
        </p:txBody>
      </p:sp>
      <p:grpSp>
        <p:nvGrpSpPr>
          <p:cNvPr id="16" name="object 16"/>
          <p:cNvGrpSpPr/>
          <p:nvPr/>
        </p:nvGrpSpPr>
        <p:grpSpPr>
          <a:xfrm>
            <a:off x="1371600" y="1447800"/>
            <a:ext cx="4173220" cy="2306320"/>
            <a:chOff x="1371600" y="1447800"/>
            <a:chExt cx="4173220" cy="2306320"/>
          </a:xfrm>
        </p:grpSpPr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71600" y="1447800"/>
              <a:ext cx="4143755" cy="230581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71600" y="3200400"/>
              <a:ext cx="4172712" cy="457200"/>
            </a:xfrm>
            <a:prstGeom prst="rect">
              <a:avLst/>
            </a:prstGeom>
          </p:spPr>
        </p:pic>
      </p:grpSp>
      <p:pic>
        <p:nvPicPr>
          <p:cNvPr id="19" name="Picture 18" descr="A black and red text&#10;&#10;Description automatically generated">
            <a:extLst>
              <a:ext uri="{FF2B5EF4-FFF2-40B4-BE49-F238E27FC236}">
                <a16:creationId xmlns:a16="http://schemas.microsoft.com/office/drawing/2014/main" id="{A3E06E79-D054-51C3-EB03-D904E2B5E3B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8269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505" y="0"/>
                  </a:lnTo>
                  <a:lnTo>
                    <a:pt x="0" y="819150"/>
                  </a:lnTo>
                  <a:lnTo>
                    <a:pt x="48635" y="817759"/>
                  </a:lnTo>
                  <a:lnTo>
                    <a:pt x="96034" y="813638"/>
                  </a:lnTo>
                  <a:lnTo>
                    <a:pt x="142623" y="806864"/>
                  </a:lnTo>
                  <a:lnTo>
                    <a:pt x="188327" y="797514"/>
                  </a:lnTo>
                  <a:lnTo>
                    <a:pt x="233067" y="785664"/>
                  </a:lnTo>
                  <a:lnTo>
                    <a:pt x="276768" y="771391"/>
                  </a:lnTo>
                  <a:lnTo>
                    <a:pt x="319353" y="754772"/>
                  </a:lnTo>
                  <a:lnTo>
                    <a:pt x="360744" y="735885"/>
                  </a:lnTo>
                  <a:lnTo>
                    <a:pt x="400865" y="714805"/>
                  </a:lnTo>
                  <a:lnTo>
                    <a:pt x="439639" y="691610"/>
                  </a:lnTo>
                  <a:lnTo>
                    <a:pt x="476990" y="666377"/>
                  </a:lnTo>
                  <a:lnTo>
                    <a:pt x="512839" y="639182"/>
                  </a:lnTo>
                  <a:lnTo>
                    <a:pt x="547112" y="610102"/>
                  </a:lnTo>
                  <a:lnTo>
                    <a:pt x="579729" y="579215"/>
                  </a:lnTo>
                  <a:lnTo>
                    <a:pt x="610616" y="546596"/>
                  </a:lnTo>
                  <a:lnTo>
                    <a:pt x="639695" y="512323"/>
                  </a:lnTo>
                  <a:lnTo>
                    <a:pt x="666889" y="476473"/>
                  </a:lnTo>
                  <a:lnTo>
                    <a:pt x="692122" y="439123"/>
                  </a:lnTo>
                  <a:lnTo>
                    <a:pt x="715316" y="400349"/>
                  </a:lnTo>
                  <a:lnTo>
                    <a:pt x="736395" y="360228"/>
                  </a:lnTo>
                  <a:lnTo>
                    <a:pt x="755281" y="318837"/>
                  </a:lnTo>
                  <a:lnTo>
                    <a:pt x="771899" y="276253"/>
                  </a:lnTo>
                  <a:lnTo>
                    <a:pt x="786171" y="232553"/>
                  </a:lnTo>
                  <a:lnTo>
                    <a:pt x="798020" y="187814"/>
                  </a:lnTo>
                  <a:lnTo>
                    <a:pt x="807370" y="142112"/>
                  </a:lnTo>
                  <a:lnTo>
                    <a:pt x="814144" y="95524"/>
                  </a:lnTo>
                  <a:lnTo>
                    <a:pt x="818264" y="48128"/>
                  </a:lnTo>
                  <a:lnTo>
                    <a:pt x="819655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818264" y="48128"/>
                  </a:lnTo>
                  <a:lnTo>
                    <a:pt x="814144" y="95524"/>
                  </a:lnTo>
                  <a:lnTo>
                    <a:pt x="807370" y="142112"/>
                  </a:lnTo>
                  <a:lnTo>
                    <a:pt x="798020" y="187814"/>
                  </a:lnTo>
                  <a:lnTo>
                    <a:pt x="786171" y="232553"/>
                  </a:lnTo>
                  <a:lnTo>
                    <a:pt x="771899" y="276253"/>
                  </a:lnTo>
                  <a:lnTo>
                    <a:pt x="755281" y="318837"/>
                  </a:lnTo>
                  <a:lnTo>
                    <a:pt x="736395" y="360228"/>
                  </a:lnTo>
                  <a:lnTo>
                    <a:pt x="715316" y="400349"/>
                  </a:lnTo>
                  <a:lnTo>
                    <a:pt x="692122" y="439123"/>
                  </a:lnTo>
                  <a:lnTo>
                    <a:pt x="666889" y="476473"/>
                  </a:lnTo>
                  <a:lnTo>
                    <a:pt x="639695" y="512323"/>
                  </a:lnTo>
                  <a:lnTo>
                    <a:pt x="610616" y="546596"/>
                  </a:lnTo>
                  <a:lnTo>
                    <a:pt x="579729" y="579215"/>
                  </a:lnTo>
                  <a:lnTo>
                    <a:pt x="547112" y="610102"/>
                  </a:lnTo>
                  <a:lnTo>
                    <a:pt x="512839" y="639182"/>
                  </a:lnTo>
                  <a:lnTo>
                    <a:pt x="476990" y="666377"/>
                  </a:lnTo>
                  <a:lnTo>
                    <a:pt x="439639" y="691610"/>
                  </a:lnTo>
                  <a:lnTo>
                    <a:pt x="400865" y="714805"/>
                  </a:lnTo>
                  <a:lnTo>
                    <a:pt x="360744" y="735885"/>
                  </a:lnTo>
                  <a:lnTo>
                    <a:pt x="319353" y="754772"/>
                  </a:lnTo>
                  <a:lnTo>
                    <a:pt x="276768" y="771391"/>
                  </a:lnTo>
                  <a:lnTo>
                    <a:pt x="233067" y="785664"/>
                  </a:lnTo>
                  <a:lnTo>
                    <a:pt x="188327" y="797514"/>
                  </a:lnTo>
                  <a:lnTo>
                    <a:pt x="142623" y="806864"/>
                  </a:lnTo>
                  <a:lnTo>
                    <a:pt x="96034" y="813638"/>
                  </a:lnTo>
                  <a:lnTo>
                    <a:pt x="48635" y="817759"/>
                  </a:lnTo>
                  <a:lnTo>
                    <a:pt x="505" y="819150"/>
                  </a:lnTo>
                  <a:lnTo>
                    <a:pt x="336" y="819150"/>
                  </a:lnTo>
                  <a:lnTo>
                    <a:pt x="168" y="819150"/>
                  </a:lnTo>
                  <a:lnTo>
                    <a:pt x="0" y="819150"/>
                  </a:lnTo>
                  <a:lnTo>
                    <a:pt x="505" y="0"/>
                  </a:lnTo>
                  <a:lnTo>
                    <a:pt x="819655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460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9163" y="21335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10" y="708461"/>
                  </a:lnTo>
                  <a:lnTo>
                    <a:pt x="20983" y="662500"/>
                  </a:lnTo>
                  <a:lnTo>
                    <a:pt x="32487" y="617462"/>
                  </a:lnTo>
                  <a:lnTo>
                    <a:pt x="46350" y="573417"/>
                  </a:lnTo>
                  <a:lnTo>
                    <a:pt x="62501" y="530438"/>
                  </a:lnTo>
                  <a:lnTo>
                    <a:pt x="80868" y="488596"/>
                  </a:lnTo>
                  <a:lnTo>
                    <a:pt x="101378" y="447964"/>
                  </a:lnTo>
                  <a:lnTo>
                    <a:pt x="123961" y="408613"/>
                  </a:lnTo>
                  <a:lnTo>
                    <a:pt x="148543" y="370615"/>
                  </a:lnTo>
                  <a:lnTo>
                    <a:pt x="175055" y="334042"/>
                  </a:lnTo>
                  <a:lnTo>
                    <a:pt x="203422" y="298966"/>
                  </a:lnTo>
                  <a:lnTo>
                    <a:pt x="233574" y="265459"/>
                  </a:lnTo>
                  <a:lnTo>
                    <a:pt x="265439" y="233593"/>
                  </a:lnTo>
                  <a:lnTo>
                    <a:pt x="298945" y="203439"/>
                  </a:lnTo>
                  <a:lnTo>
                    <a:pt x="334020" y="175070"/>
                  </a:lnTo>
                  <a:lnTo>
                    <a:pt x="370593" y="148557"/>
                  </a:lnTo>
                  <a:lnTo>
                    <a:pt x="408590" y="123973"/>
                  </a:lnTo>
                  <a:lnTo>
                    <a:pt x="447941" y="101388"/>
                  </a:lnTo>
                  <a:lnTo>
                    <a:pt x="488574" y="80876"/>
                  </a:lnTo>
                  <a:lnTo>
                    <a:pt x="530417" y="62508"/>
                  </a:lnTo>
                  <a:lnTo>
                    <a:pt x="573397" y="46355"/>
                  </a:lnTo>
                  <a:lnTo>
                    <a:pt x="617444" y="32490"/>
                  </a:lnTo>
                  <a:lnTo>
                    <a:pt x="662485" y="20985"/>
                  </a:lnTo>
                  <a:lnTo>
                    <a:pt x="708448" y="11912"/>
                  </a:lnTo>
                  <a:lnTo>
                    <a:pt x="755262" y="5342"/>
                  </a:lnTo>
                  <a:lnTo>
                    <a:pt x="802854" y="1347"/>
                  </a:lnTo>
                  <a:lnTo>
                    <a:pt x="851154" y="0"/>
                  </a:lnTo>
                  <a:lnTo>
                    <a:pt x="899448" y="1347"/>
                  </a:lnTo>
                  <a:lnTo>
                    <a:pt x="947036" y="5342"/>
                  </a:lnTo>
                  <a:lnTo>
                    <a:pt x="993846" y="11912"/>
                  </a:lnTo>
                  <a:lnTo>
                    <a:pt x="1039807" y="20985"/>
                  </a:lnTo>
                  <a:lnTo>
                    <a:pt x="1084845" y="32490"/>
                  </a:lnTo>
                  <a:lnTo>
                    <a:pt x="1128890" y="46355"/>
                  </a:lnTo>
                  <a:lnTo>
                    <a:pt x="1171869" y="62508"/>
                  </a:lnTo>
                  <a:lnTo>
                    <a:pt x="1213711" y="80876"/>
                  </a:lnTo>
                  <a:lnTo>
                    <a:pt x="1254343" y="101388"/>
                  </a:lnTo>
                  <a:lnTo>
                    <a:pt x="1293694" y="123973"/>
                  </a:lnTo>
                  <a:lnTo>
                    <a:pt x="1331692" y="148557"/>
                  </a:lnTo>
                  <a:lnTo>
                    <a:pt x="1368265" y="175070"/>
                  </a:lnTo>
                  <a:lnTo>
                    <a:pt x="1403341" y="203439"/>
                  </a:lnTo>
                  <a:lnTo>
                    <a:pt x="1436848" y="233593"/>
                  </a:lnTo>
                  <a:lnTo>
                    <a:pt x="1468714" y="265459"/>
                  </a:lnTo>
                  <a:lnTo>
                    <a:pt x="1498868" y="298966"/>
                  </a:lnTo>
                  <a:lnTo>
                    <a:pt x="1527237" y="334042"/>
                  </a:lnTo>
                  <a:lnTo>
                    <a:pt x="1553750" y="370615"/>
                  </a:lnTo>
                  <a:lnTo>
                    <a:pt x="1578334" y="408613"/>
                  </a:lnTo>
                  <a:lnTo>
                    <a:pt x="1600919" y="447964"/>
                  </a:lnTo>
                  <a:lnTo>
                    <a:pt x="1621431" y="488596"/>
                  </a:lnTo>
                  <a:lnTo>
                    <a:pt x="1639799" y="530438"/>
                  </a:lnTo>
                  <a:lnTo>
                    <a:pt x="1655952" y="573417"/>
                  </a:lnTo>
                  <a:lnTo>
                    <a:pt x="1669817" y="617462"/>
                  </a:lnTo>
                  <a:lnTo>
                    <a:pt x="1681322" y="662500"/>
                  </a:lnTo>
                  <a:lnTo>
                    <a:pt x="1690395" y="708461"/>
                  </a:lnTo>
                  <a:lnTo>
                    <a:pt x="1696965" y="755271"/>
                  </a:lnTo>
                  <a:lnTo>
                    <a:pt x="1700960" y="802859"/>
                  </a:lnTo>
                  <a:lnTo>
                    <a:pt x="1702308" y="851154"/>
                  </a:lnTo>
                  <a:lnTo>
                    <a:pt x="1700960" y="899448"/>
                  </a:lnTo>
                  <a:lnTo>
                    <a:pt x="1696965" y="947036"/>
                  </a:lnTo>
                  <a:lnTo>
                    <a:pt x="1690395" y="993846"/>
                  </a:lnTo>
                  <a:lnTo>
                    <a:pt x="1681322" y="1039807"/>
                  </a:lnTo>
                  <a:lnTo>
                    <a:pt x="1669817" y="1084845"/>
                  </a:lnTo>
                  <a:lnTo>
                    <a:pt x="1655952" y="1128890"/>
                  </a:lnTo>
                  <a:lnTo>
                    <a:pt x="1639799" y="1171869"/>
                  </a:lnTo>
                  <a:lnTo>
                    <a:pt x="1621431" y="1213711"/>
                  </a:lnTo>
                  <a:lnTo>
                    <a:pt x="1600919" y="1254343"/>
                  </a:lnTo>
                  <a:lnTo>
                    <a:pt x="1578334" y="1293694"/>
                  </a:lnTo>
                  <a:lnTo>
                    <a:pt x="1553750" y="1331692"/>
                  </a:lnTo>
                  <a:lnTo>
                    <a:pt x="1527237" y="1368265"/>
                  </a:lnTo>
                  <a:lnTo>
                    <a:pt x="1498868" y="1403341"/>
                  </a:lnTo>
                  <a:lnTo>
                    <a:pt x="1468714" y="1436848"/>
                  </a:lnTo>
                  <a:lnTo>
                    <a:pt x="1436848" y="1468714"/>
                  </a:lnTo>
                  <a:lnTo>
                    <a:pt x="1403341" y="1498868"/>
                  </a:lnTo>
                  <a:lnTo>
                    <a:pt x="1368265" y="1527237"/>
                  </a:lnTo>
                  <a:lnTo>
                    <a:pt x="1331692" y="1553750"/>
                  </a:lnTo>
                  <a:lnTo>
                    <a:pt x="1293694" y="1578334"/>
                  </a:lnTo>
                  <a:lnTo>
                    <a:pt x="1254343" y="1600919"/>
                  </a:lnTo>
                  <a:lnTo>
                    <a:pt x="1213711" y="1621431"/>
                  </a:lnTo>
                  <a:lnTo>
                    <a:pt x="1171869" y="1639799"/>
                  </a:lnTo>
                  <a:lnTo>
                    <a:pt x="1128890" y="1655952"/>
                  </a:lnTo>
                  <a:lnTo>
                    <a:pt x="1084845" y="1669817"/>
                  </a:lnTo>
                  <a:lnTo>
                    <a:pt x="1039807" y="1681322"/>
                  </a:lnTo>
                  <a:lnTo>
                    <a:pt x="993846" y="1690395"/>
                  </a:lnTo>
                  <a:lnTo>
                    <a:pt x="947036" y="1696965"/>
                  </a:lnTo>
                  <a:lnTo>
                    <a:pt x="899448" y="1700960"/>
                  </a:lnTo>
                  <a:lnTo>
                    <a:pt x="851154" y="1702308"/>
                  </a:lnTo>
                  <a:lnTo>
                    <a:pt x="802854" y="1700960"/>
                  </a:lnTo>
                  <a:lnTo>
                    <a:pt x="755262" y="1696965"/>
                  </a:lnTo>
                  <a:lnTo>
                    <a:pt x="708448" y="1690395"/>
                  </a:lnTo>
                  <a:lnTo>
                    <a:pt x="662485" y="1681322"/>
                  </a:lnTo>
                  <a:lnTo>
                    <a:pt x="617444" y="1669817"/>
                  </a:lnTo>
                  <a:lnTo>
                    <a:pt x="573397" y="1655952"/>
                  </a:lnTo>
                  <a:lnTo>
                    <a:pt x="530417" y="1639799"/>
                  </a:lnTo>
                  <a:lnTo>
                    <a:pt x="488574" y="1621431"/>
                  </a:lnTo>
                  <a:lnTo>
                    <a:pt x="447941" y="1600919"/>
                  </a:lnTo>
                  <a:lnTo>
                    <a:pt x="408590" y="1578334"/>
                  </a:lnTo>
                  <a:lnTo>
                    <a:pt x="370593" y="1553750"/>
                  </a:lnTo>
                  <a:lnTo>
                    <a:pt x="334020" y="1527237"/>
                  </a:lnTo>
                  <a:lnTo>
                    <a:pt x="298945" y="1498868"/>
                  </a:lnTo>
                  <a:lnTo>
                    <a:pt x="265439" y="1468714"/>
                  </a:lnTo>
                  <a:lnTo>
                    <a:pt x="233574" y="1436848"/>
                  </a:lnTo>
                  <a:lnTo>
                    <a:pt x="203422" y="1403341"/>
                  </a:lnTo>
                  <a:lnTo>
                    <a:pt x="175055" y="1368265"/>
                  </a:lnTo>
                  <a:lnTo>
                    <a:pt x="148543" y="1331692"/>
                  </a:lnTo>
                  <a:lnTo>
                    <a:pt x="123961" y="1293694"/>
                  </a:lnTo>
                  <a:lnTo>
                    <a:pt x="101378" y="1254343"/>
                  </a:lnTo>
                  <a:lnTo>
                    <a:pt x="80868" y="1213711"/>
                  </a:lnTo>
                  <a:lnTo>
                    <a:pt x="62501" y="1171869"/>
                  </a:lnTo>
                  <a:lnTo>
                    <a:pt x="46350" y="1128890"/>
                  </a:lnTo>
                  <a:lnTo>
                    <a:pt x="32487" y="1084845"/>
                  </a:lnTo>
                  <a:lnTo>
                    <a:pt x="20983" y="1039807"/>
                  </a:lnTo>
                  <a:lnTo>
                    <a:pt x="11910" y="993846"/>
                  </a:lnTo>
                  <a:lnTo>
                    <a:pt x="5341" y="947036"/>
                  </a:lnTo>
                  <a:lnTo>
                    <a:pt x="1347" y="899448"/>
                  </a:lnTo>
                  <a:lnTo>
                    <a:pt x="0" y="851154"/>
                  </a:lnTo>
                  <a:close/>
                </a:path>
              </a:pathLst>
            </a:custGeom>
            <a:ln w="27432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3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  <a:close/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  <a:close/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3460" y="0"/>
              <a:ext cx="8130540" cy="6858000"/>
            </a:xfrm>
            <a:custGeom>
              <a:avLst/>
              <a:gdLst/>
              <a:ahLst/>
              <a:cxnLst/>
              <a:rect l="l" t="t" r="r" b="b"/>
              <a:pathLst>
                <a:path w="8130540" h="6858000">
                  <a:moveTo>
                    <a:pt x="813054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0540" y="6858000"/>
                  </a:lnTo>
                  <a:lnTo>
                    <a:pt x="81305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596897" y="1468882"/>
            <a:ext cx="637730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5" dirty="0">
                <a:latin typeface="Arial MT"/>
                <a:cs typeface="Arial MT"/>
              </a:rPr>
              <a:t>Positional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argument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cannot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follow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keyword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argument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383791" y="2907792"/>
            <a:ext cx="4699000" cy="2032000"/>
            <a:chOff x="1383791" y="2907792"/>
            <a:chExt cx="4699000" cy="2032000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3791" y="2907792"/>
              <a:ext cx="4698492" cy="203149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47799" y="2971800"/>
              <a:ext cx="4515612" cy="184861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428749" y="2952750"/>
              <a:ext cx="4554220" cy="1887220"/>
            </a:xfrm>
            <a:custGeom>
              <a:avLst/>
              <a:gdLst/>
              <a:ahLst/>
              <a:cxnLst/>
              <a:rect l="l" t="t" r="r" b="b"/>
              <a:pathLst>
                <a:path w="4554220" h="1887220">
                  <a:moveTo>
                    <a:pt x="0" y="1886712"/>
                  </a:moveTo>
                  <a:lnTo>
                    <a:pt x="4553712" y="1886712"/>
                  </a:lnTo>
                  <a:lnTo>
                    <a:pt x="4553712" y="0"/>
                  </a:lnTo>
                  <a:lnTo>
                    <a:pt x="0" y="0"/>
                  </a:lnTo>
                  <a:lnTo>
                    <a:pt x="0" y="1886712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Picture 18" descr="A black and red text&#10;&#10;Description automatically generated">
            <a:extLst>
              <a:ext uri="{FF2B5EF4-FFF2-40B4-BE49-F238E27FC236}">
                <a16:creationId xmlns:a16="http://schemas.microsoft.com/office/drawing/2014/main" id="{4BB5B7A0-C451-9E3F-964C-E882BBD9E6C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8269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505" y="0"/>
                  </a:lnTo>
                  <a:lnTo>
                    <a:pt x="0" y="819150"/>
                  </a:lnTo>
                  <a:lnTo>
                    <a:pt x="48635" y="817759"/>
                  </a:lnTo>
                  <a:lnTo>
                    <a:pt x="96034" y="813638"/>
                  </a:lnTo>
                  <a:lnTo>
                    <a:pt x="142623" y="806864"/>
                  </a:lnTo>
                  <a:lnTo>
                    <a:pt x="188327" y="797514"/>
                  </a:lnTo>
                  <a:lnTo>
                    <a:pt x="233067" y="785664"/>
                  </a:lnTo>
                  <a:lnTo>
                    <a:pt x="276768" y="771391"/>
                  </a:lnTo>
                  <a:lnTo>
                    <a:pt x="319353" y="754772"/>
                  </a:lnTo>
                  <a:lnTo>
                    <a:pt x="360744" y="735885"/>
                  </a:lnTo>
                  <a:lnTo>
                    <a:pt x="400865" y="714805"/>
                  </a:lnTo>
                  <a:lnTo>
                    <a:pt x="439639" y="691610"/>
                  </a:lnTo>
                  <a:lnTo>
                    <a:pt x="476990" y="666377"/>
                  </a:lnTo>
                  <a:lnTo>
                    <a:pt x="512839" y="639182"/>
                  </a:lnTo>
                  <a:lnTo>
                    <a:pt x="547112" y="610102"/>
                  </a:lnTo>
                  <a:lnTo>
                    <a:pt x="579729" y="579215"/>
                  </a:lnTo>
                  <a:lnTo>
                    <a:pt x="610616" y="546596"/>
                  </a:lnTo>
                  <a:lnTo>
                    <a:pt x="639695" y="512323"/>
                  </a:lnTo>
                  <a:lnTo>
                    <a:pt x="666889" y="476473"/>
                  </a:lnTo>
                  <a:lnTo>
                    <a:pt x="692122" y="439123"/>
                  </a:lnTo>
                  <a:lnTo>
                    <a:pt x="715316" y="400349"/>
                  </a:lnTo>
                  <a:lnTo>
                    <a:pt x="736395" y="360228"/>
                  </a:lnTo>
                  <a:lnTo>
                    <a:pt x="755281" y="318837"/>
                  </a:lnTo>
                  <a:lnTo>
                    <a:pt x="771899" y="276253"/>
                  </a:lnTo>
                  <a:lnTo>
                    <a:pt x="786171" y="232553"/>
                  </a:lnTo>
                  <a:lnTo>
                    <a:pt x="798020" y="187814"/>
                  </a:lnTo>
                  <a:lnTo>
                    <a:pt x="807370" y="142112"/>
                  </a:lnTo>
                  <a:lnTo>
                    <a:pt x="814144" y="95524"/>
                  </a:lnTo>
                  <a:lnTo>
                    <a:pt x="818264" y="48128"/>
                  </a:lnTo>
                  <a:lnTo>
                    <a:pt x="819655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818264" y="48128"/>
                  </a:lnTo>
                  <a:lnTo>
                    <a:pt x="814144" y="95524"/>
                  </a:lnTo>
                  <a:lnTo>
                    <a:pt x="807370" y="142112"/>
                  </a:lnTo>
                  <a:lnTo>
                    <a:pt x="798020" y="187814"/>
                  </a:lnTo>
                  <a:lnTo>
                    <a:pt x="786171" y="232553"/>
                  </a:lnTo>
                  <a:lnTo>
                    <a:pt x="771899" y="276253"/>
                  </a:lnTo>
                  <a:lnTo>
                    <a:pt x="755281" y="318837"/>
                  </a:lnTo>
                  <a:lnTo>
                    <a:pt x="736395" y="360228"/>
                  </a:lnTo>
                  <a:lnTo>
                    <a:pt x="715316" y="400349"/>
                  </a:lnTo>
                  <a:lnTo>
                    <a:pt x="692122" y="439123"/>
                  </a:lnTo>
                  <a:lnTo>
                    <a:pt x="666889" y="476473"/>
                  </a:lnTo>
                  <a:lnTo>
                    <a:pt x="639695" y="512323"/>
                  </a:lnTo>
                  <a:lnTo>
                    <a:pt x="610616" y="546596"/>
                  </a:lnTo>
                  <a:lnTo>
                    <a:pt x="579729" y="579215"/>
                  </a:lnTo>
                  <a:lnTo>
                    <a:pt x="547112" y="610102"/>
                  </a:lnTo>
                  <a:lnTo>
                    <a:pt x="512839" y="639182"/>
                  </a:lnTo>
                  <a:lnTo>
                    <a:pt x="476990" y="666377"/>
                  </a:lnTo>
                  <a:lnTo>
                    <a:pt x="439639" y="691610"/>
                  </a:lnTo>
                  <a:lnTo>
                    <a:pt x="400865" y="714805"/>
                  </a:lnTo>
                  <a:lnTo>
                    <a:pt x="360744" y="735885"/>
                  </a:lnTo>
                  <a:lnTo>
                    <a:pt x="319353" y="754772"/>
                  </a:lnTo>
                  <a:lnTo>
                    <a:pt x="276768" y="771391"/>
                  </a:lnTo>
                  <a:lnTo>
                    <a:pt x="233067" y="785664"/>
                  </a:lnTo>
                  <a:lnTo>
                    <a:pt x="188327" y="797514"/>
                  </a:lnTo>
                  <a:lnTo>
                    <a:pt x="142623" y="806864"/>
                  </a:lnTo>
                  <a:lnTo>
                    <a:pt x="96034" y="813638"/>
                  </a:lnTo>
                  <a:lnTo>
                    <a:pt x="48635" y="817759"/>
                  </a:lnTo>
                  <a:lnTo>
                    <a:pt x="505" y="819150"/>
                  </a:lnTo>
                  <a:lnTo>
                    <a:pt x="336" y="819150"/>
                  </a:lnTo>
                  <a:lnTo>
                    <a:pt x="168" y="819150"/>
                  </a:lnTo>
                  <a:lnTo>
                    <a:pt x="0" y="819150"/>
                  </a:lnTo>
                  <a:lnTo>
                    <a:pt x="505" y="0"/>
                  </a:lnTo>
                  <a:lnTo>
                    <a:pt x="819655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460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9163" y="21335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10" y="708461"/>
                  </a:lnTo>
                  <a:lnTo>
                    <a:pt x="20983" y="662500"/>
                  </a:lnTo>
                  <a:lnTo>
                    <a:pt x="32487" y="617462"/>
                  </a:lnTo>
                  <a:lnTo>
                    <a:pt x="46350" y="573417"/>
                  </a:lnTo>
                  <a:lnTo>
                    <a:pt x="62501" y="530438"/>
                  </a:lnTo>
                  <a:lnTo>
                    <a:pt x="80868" y="488596"/>
                  </a:lnTo>
                  <a:lnTo>
                    <a:pt x="101378" y="447964"/>
                  </a:lnTo>
                  <a:lnTo>
                    <a:pt x="123961" y="408613"/>
                  </a:lnTo>
                  <a:lnTo>
                    <a:pt x="148543" y="370615"/>
                  </a:lnTo>
                  <a:lnTo>
                    <a:pt x="175055" y="334042"/>
                  </a:lnTo>
                  <a:lnTo>
                    <a:pt x="203422" y="298966"/>
                  </a:lnTo>
                  <a:lnTo>
                    <a:pt x="233574" y="265459"/>
                  </a:lnTo>
                  <a:lnTo>
                    <a:pt x="265439" y="233593"/>
                  </a:lnTo>
                  <a:lnTo>
                    <a:pt x="298945" y="203439"/>
                  </a:lnTo>
                  <a:lnTo>
                    <a:pt x="334020" y="175070"/>
                  </a:lnTo>
                  <a:lnTo>
                    <a:pt x="370593" y="148557"/>
                  </a:lnTo>
                  <a:lnTo>
                    <a:pt x="408590" y="123973"/>
                  </a:lnTo>
                  <a:lnTo>
                    <a:pt x="447941" y="101388"/>
                  </a:lnTo>
                  <a:lnTo>
                    <a:pt x="488574" y="80876"/>
                  </a:lnTo>
                  <a:lnTo>
                    <a:pt x="530417" y="62508"/>
                  </a:lnTo>
                  <a:lnTo>
                    <a:pt x="573397" y="46355"/>
                  </a:lnTo>
                  <a:lnTo>
                    <a:pt x="617444" y="32490"/>
                  </a:lnTo>
                  <a:lnTo>
                    <a:pt x="662485" y="20985"/>
                  </a:lnTo>
                  <a:lnTo>
                    <a:pt x="708448" y="11912"/>
                  </a:lnTo>
                  <a:lnTo>
                    <a:pt x="755262" y="5342"/>
                  </a:lnTo>
                  <a:lnTo>
                    <a:pt x="802854" y="1347"/>
                  </a:lnTo>
                  <a:lnTo>
                    <a:pt x="851154" y="0"/>
                  </a:lnTo>
                  <a:lnTo>
                    <a:pt x="899448" y="1347"/>
                  </a:lnTo>
                  <a:lnTo>
                    <a:pt x="947036" y="5342"/>
                  </a:lnTo>
                  <a:lnTo>
                    <a:pt x="993846" y="11912"/>
                  </a:lnTo>
                  <a:lnTo>
                    <a:pt x="1039807" y="20985"/>
                  </a:lnTo>
                  <a:lnTo>
                    <a:pt x="1084845" y="32490"/>
                  </a:lnTo>
                  <a:lnTo>
                    <a:pt x="1128890" y="46355"/>
                  </a:lnTo>
                  <a:lnTo>
                    <a:pt x="1171869" y="62508"/>
                  </a:lnTo>
                  <a:lnTo>
                    <a:pt x="1213711" y="80876"/>
                  </a:lnTo>
                  <a:lnTo>
                    <a:pt x="1254343" y="101388"/>
                  </a:lnTo>
                  <a:lnTo>
                    <a:pt x="1293694" y="123973"/>
                  </a:lnTo>
                  <a:lnTo>
                    <a:pt x="1331692" y="148557"/>
                  </a:lnTo>
                  <a:lnTo>
                    <a:pt x="1368265" y="175070"/>
                  </a:lnTo>
                  <a:lnTo>
                    <a:pt x="1403341" y="203439"/>
                  </a:lnTo>
                  <a:lnTo>
                    <a:pt x="1436848" y="233593"/>
                  </a:lnTo>
                  <a:lnTo>
                    <a:pt x="1468714" y="265459"/>
                  </a:lnTo>
                  <a:lnTo>
                    <a:pt x="1498868" y="298966"/>
                  </a:lnTo>
                  <a:lnTo>
                    <a:pt x="1527237" y="334042"/>
                  </a:lnTo>
                  <a:lnTo>
                    <a:pt x="1553750" y="370615"/>
                  </a:lnTo>
                  <a:lnTo>
                    <a:pt x="1578334" y="408613"/>
                  </a:lnTo>
                  <a:lnTo>
                    <a:pt x="1600919" y="447964"/>
                  </a:lnTo>
                  <a:lnTo>
                    <a:pt x="1621431" y="488596"/>
                  </a:lnTo>
                  <a:lnTo>
                    <a:pt x="1639799" y="530438"/>
                  </a:lnTo>
                  <a:lnTo>
                    <a:pt x="1655952" y="573417"/>
                  </a:lnTo>
                  <a:lnTo>
                    <a:pt x="1669817" y="617462"/>
                  </a:lnTo>
                  <a:lnTo>
                    <a:pt x="1681322" y="662500"/>
                  </a:lnTo>
                  <a:lnTo>
                    <a:pt x="1690395" y="708461"/>
                  </a:lnTo>
                  <a:lnTo>
                    <a:pt x="1696965" y="755271"/>
                  </a:lnTo>
                  <a:lnTo>
                    <a:pt x="1700960" y="802859"/>
                  </a:lnTo>
                  <a:lnTo>
                    <a:pt x="1702308" y="851154"/>
                  </a:lnTo>
                  <a:lnTo>
                    <a:pt x="1700960" y="899448"/>
                  </a:lnTo>
                  <a:lnTo>
                    <a:pt x="1696965" y="947036"/>
                  </a:lnTo>
                  <a:lnTo>
                    <a:pt x="1690395" y="993846"/>
                  </a:lnTo>
                  <a:lnTo>
                    <a:pt x="1681322" y="1039807"/>
                  </a:lnTo>
                  <a:lnTo>
                    <a:pt x="1669817" y="1084845"/>
                  </a:lnTo>
                  <a:lnTo>
                    <a:pt x="1655952" y="1128890"/>
                  </a:lnTo>
                  <a:lnTo>
                    <a:pt x="1639799" y="1171869"/>
                  </a:lnTo>
                  <a:lnTo>
                    <a:pt x="1621431" y="1213711"/>
                  </a:lnTo>
                  <a:lnTo>
                    <a:pt x="1600919" y="1254343"/>
                  </a:lnTo>
                  <a:lnTo>
                    <a:pt x="1578334" y="1293694"/>
                  </a:lnTo>
                  <a:lnTo>
                    <a:pt x="1553750" y="1331692"/>
                  </a:lnTo>
                  <a:lnTo>
                    <a:pt x="1527237" y="1368265"/>
                  </a:lnTo>
                  <a:lnTo>
                    <a:pt x="1498868" y="1403341"/>
                  </a:lnTo>
                  <a:lnTo>
                    <a:pt x="1468714" y="1436848"/>
                  </a:lnTo>
                  <a:lnTo>
                    <a:pt x="1436848" y="1468714"/>
                  </a:lnTo>
                  <a:lnTo>
                    <a:pt x="1403341" y="1498868"/>
                  </a:lnTo>
                  <a:lnTo>
                    <a:pt x="1368265" y="1527237"/>
                  </a:lnTo>
                  <a:lnTo>
                    <a:pt x="1331692" y="1553750"/>
                  </a:lnTo>
                  <a:lnTo>
                    <a:pt x="1293694" y="1578334"/>
                  </a:lnTo>
                  <a:lnTo>
                    <a:pt x="1254343" y="1600919"/>
                  </a:lnTo>
                  <a:lnTo>
                    <a:pt x="1213711" y="1621431"/>
                  </a:lnTo>
                  <a:lnTo>
                    <a:pt x="1171869" y="1639799"/>
                  </a:lnTo>
                  <a:lnTo>
                    <a:pt x="1128890" y="1655952"/>
                  </a:lnTo>
                  <a:lnTo>
                    <a:pt x="1084845" y="1669817"/>
                  </a:lnTo>
                  <a:lnTo>
                    <a:pt x="1039807" y="1681322"/>
                  </a:lnTo>
                  <a:lnTo>
                    <a:pt x="993846" y="1690395"/>
                  </a:lnTo>
                  <a:lnTo>
                    <a:pt x="947036" y="1696965"/>
                  </a:lnTo>
                  <a:lnTo>
                    <a:pt x="899448" y="1700960"/>
                  </a:lnTo>
                  <a:lnTo>
                    <a:pt x="851154" y="1702308"/>
                  </a:lnTo>
                  <a:lnTo>
                    <a:pt x="802854" y="1700960"/>
                  </a:lnTo>
                  <a:lnTo>
                    <a:pt x="755262" y="1696965"/>
                  </a:lnTo>
                  <a:lnTo>
                    <a:pt x="708448" y="1690395"/>
                  </a:lnTo>
                  <a:lnTo>
                    <a:pt x="662485" y="1681322"/>
                  </a:lnTo>
                  <a:lnTo>
                    <a:pt x="617444" y="1669817"/>
                  </a:lnTo>
                  <a:lnTo>
                    <a:pt x="573397" y="1655952"/>
                  </a:lnTo>
                  <a:lnTo>
                    <a:pt x="530417" y="1639799"/>
                  </a:lnTo>
                  <a:lnTo>
                    <a:pt x="488574" y="1621431"/>
                  </a:lnTo>
                  <a:lnTo>
                    <a:pt x="447941" y="1600919"/>
                  </a:lnTo>
                  <a:lnTo>
                    <a:pt x="408590" y="1578334"/>
                  </a:lnTo>
                  <a:lnTo>
                    <a:pt x="370593" y="1553750"/>
                  </a:lnTo>
                  <a:lnTo>
                    <a:pt x="334020" y="1527237"/>
                  </a:lnTo>
                  <a:lnTo>
                    <a:pt x="298945" y="1498868"/>
                  </a:lnTo>
                  <a:lnTo>
                    <a:pt x="265439" y="1468714"/>
                  </a:lnTo>
                  <a:lnTo>
                    <a:pt x="233574" y="1436848"/>
                  </a:lnTo>
                  <a:lnTo>
                    <a:pt x="203422" y="1403341"/>
                  </a:lnTo>
                  <a:lnTo>
                    <a:pt x="175055" y="1368265"/>
                  </a:lnTo>
                  <a:lnTo>
                    <a:pt x="148543" y="1331692"/>
                  </a:lnTo>
                  <a:lnTo>
                    <a:pt x="123961" y="1293694"/>
                  </a:lnTo>
                  <a:lnTo>
                    <a:pt x="101378" y="1254343"/>
                  </a:lnTo>
                  <a:lnTo>
                    <a:pt x="80868" y="1213711"/>
                  </a:lnTo>
                  <a:lnTo>
                    <a:pt x="62501" y="1171869"/>
                  </a:lnTo>
                  <a:lnTo>
                    <a:pt x="46350" y="1128890"/>
                  </a:lnTo>
                  <a:lnTo>
                    <a:pt x="32487" y="1084845"/>
                  </a:lnTo>
                  <a:lnTo>
                    <a:pt x="20983" y="1039807"/>
                  </a:lnTo>
                  <a:lnTo>
                    <a:pt x="11910" y="993846"/>
                  </a:lnTo>
                  <a:lnTo>
                    <a:pt x="5341" y="947036"/>
                  </a:lnTo>
                  <a:lnTo>
                    <a:pt x="1347" y="899448"/>
                  </a:lnTo>
                  <a:lnTo>
                    <a:pt x="0" y="851154"/>
                  </a:lnTo>
                  <a:close/>
                </a:path>
              </a:pathLst>
            </a:custGeom>
            <a:ln w="27432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3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  <a:close/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  <a:close/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3460" y="0"/>
              <a:ext cx="8130540" cy="6858000"/>
            </a:xfrm>
            <a:custGeom>
              <a:avLst/>
              <a:gdLst/>
              <a:ahLst/>
              <a:cxnLst/>
              <a:rect l="l" t="t" r="r" b="b"/>
              <a:pathLst>
                <a:path w="8130540" h="6858000">
                  <a:moveTo>
                    <a:pt x="813054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0540" y="6858000"/>
                  </a:lnTo>
                  <a:lnTo>
                    <a:pt x="81305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62811" y="338327"/>
            <a:ext cx="7981188" cy="122072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514602" y="490854"/>
            <a:ext cx="732345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45" dirty="0"/>
              <a:t>Variable</a:t>
            </a:r>
            <a:r>
              <a:rPr sz="4300" spc="-25" dirty="0"/>
              <a:t> </a:t>
            </a:r>
            <a:r>
              <a:rPr sz="4300" spc="-5" dirty="0"/>
              <a:t>number</a:t>
            </a:r>
            <a:r>
              <a:rPr sz="4300" dirty="0"/>
              <a:t> </a:t>
            </a:r>
            <a:r>
              <a:rPr sz="4300" spc="-5" dirty="0"/>
              <a:t>of</a:t>
            </a:r>
            <a:r>
              <a:rPr sz="4300" spc="-25" dirty="0"/>
              <a:t> </a:t>
            </a:r>
            <a:r>
              <a:rPr sz="4300" spc="-5" dirty="0"/>
              <a:t>arguments</a:t>
            </a:r>
            <a:endParaRPr sz="4300"/>
          </a:p>
        </p:txBody>
      </p:sp>
      <p:grpSp>
        <p:nvGrpSpPr>
          <p:cNvPr id="16" name="object 16"/>
          <p:cNvGrpSpPr/>
          <p:nvPr/>
        </p:nvGrpSpPr>
        <p:grpSpPr>
          <a:xfrm>
            <a:off x="1078991" y="1307591"/>
            <a:ext cx="6355080" cy="5516880"/>
            <a:chOff x="1078991" y="1307591"/>
            <a:chExt cx="6355080" cy="5516880"/>
          </a:xfrm>
        </p:grpSpPr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36903" y="4223002"/>
              <a:ext cx="4468368" cy="260146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00911" y="4287012"/>
              <a:ext cx="4285488" cy="241858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181861" y="4267962"/>
              <a:ext cx="4323715" cy="2456815"/>
            </a:xfrm>
            <a:custGeom>
              <a:avLst/>
              <a:gdLst/>
              <a:ahLst/>
              <a:cxnLst/>
              <a:rect l="l" t="t" r="r" b="b"/>
              <a:pathLst>
                <a:path w="4323715" h="2456815">
                  <a:moveTo>
                    <a:pt x="0" y="2456688"/>
                  </a:moveTo>
                  <a:lnTo>
                    <a:pt x="4323588" y="2456688"/>
                  </a:lnTo>
                  <a:lnTo>
                    <a:pt x="4323588" y="0"/>
                  </a:lnTo>
                  <a:lnTo>
                    <a:pt x="0" y="0"/>
                  </a:lnTo>
                  <a:lnTo>
                    <a:pt x="0" y="2456688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78991" y="1307591"/>
              <a:ext cx="6355080" cy="300227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42999" y="1371599"/>
              <a:ext cx="6172200" cy="28194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123949" y="1352549"/>
              <a:ext cx="6210300" cy="2857500"/>
            </a:xfrm>
            <a:custGeom>
              <a:avLst/>
              <a:gdLst/>
              <a:ahLst/>
              <a:cxnLst/>
              <a:rect l="l" t="t" r="r" b="b"/>
              <a:pathLst>
                <a:path w="6210300" h="2857500">
                  <a:moveTo>
                    <a:pt x="0" y="2857500"/>
                  </a:moveTo>
                  <a:lnTo>
                    <a:pt x="6210300" y="2857500"/>
                  </a:lnTo>
                  <a:lnTo>
                    <a:pt x="6210300" y="0"/>
                  </a:lnTo>
                  <a:lnTo>
                    <a:pt x="0" y="0"/>
                  </a:lnTo>
                  <a:lnTo>
                    <a:pt x="0" y="285750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3" name="Picture 22" descr="A black and red text&#10;&#10;Description automatically generated">
            <a:extLst>
              <a:ext uri="{FF2B5EF4-FFF2-40B4-BE49-F238E27FC236}">
                <a16:creationId xmlns:a16="http://schemas.microsoft.com/office/drawing/2014/main" id="{5D90A503-38C7-1C0E-47D6-C88AD32CF0E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8269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505" y="0"/>
                  </a:lnTo>
                  <a:lnTo>
                    <a:pt x="0" y="819150"/>
                  </a:lnTo>
                  <a:lnTo>
                    <a:pt x="48635" y="817759"/>
                  </a:lnTo>
                  <a:lnTo>
                    <a:pt x="96034" y="813638"/>
                  </a:lnTo>
                  <a:lnTo>
                    <a:pt x="142623" y="806864"/>
                  </a:lnTo>
                  <a:lnTo>
                    <a:pt x="188327" y="797514"/>
                  </a:lnTo>
                  <a:lnTo>
                    <a:pt x="233067" y="785664"/>
                  </a:lnTo>
                  <a:lnTo>
                    <a:pt x="276768" y="771391"/>
                  </a:lnTo>
                  <a:lnTo>
                    <a:pt x="319353" y="754772"/>
                  </a:lnTo>
                  <a:lnTo>
                    <a:pt x="360744" y="735885"/>
                  </a:lnTo>
                  <a:lnTo>
                    <a:pt x="400865" y="714805"/>
                  </a:lnTo>
                  <a:lnTo>
                    <a:pt x="439639" y="691610"/>
                  </a:lnTo>
                  <a:lnTo>
                    <a:pt x="476990" y="666377"/>
                  </a:lnTo>
                  <a:lnTo>
                    <a:pt x="512839" y="639182"/>
                  </a:lnTo>
                  <a:lnTo>
                    <a:pt x="547112" y="610102"/>
                  </a:lnTo>
                  <a:lnTo>
                    <a:pt x="579729" y="579215"/>
                  </a:lnTo>
                  <a:lnTo>
                    <a:pt x="610616" y="546596"/>
                  </a:lnTo>
                  <a:lnTo>
                    <a:pt x="639695" y="512323"/>
                  </a:lnTo>
                  <a:lnTo>
                    <a:pt x="666889" y="476473"/>
                  </a:lnTo>
                  <a:lnTo>
                    <a:pt x="692122" y="439123"/>
                  </a:lnTo>
                  <a:lnTo>
                    <a:pt x="715316" y="400349"/>
                  </a:lnTo>
                  <a:lnTo>
                    <a:pt x="736395" y="360228"/>
                  </a:lnTo>
                  <a:lnTo>
                    <a:pt x="755281" y="318837"/>
                  </a:lnTo>
                  <a:lnTo>
                    <a:pt x="771899" y="276253"/>
                  </a:lnTo>
                  <a:lnTo>
                    <a:pt x="786171" y="232553"/>
                  </a:lnTo>
                  <a:lnTo>
                    <a:pt x="798020" y="187814"/>
                  </a:lnTo>
                  <a:lnTo>
                    <a:pt x="807370" y="142112"/>
                  </a:lnTo>
                  <a:lnTo>
                    <a:pt x="814144" y="95524"/>
                  </a:lnTo>
                  <a:lnTo>
                    <a:pt x="818264" y="48128"/>
                  </a:lnTo>
                  <a:lnTo>
                    <a:pt x="819655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818264" y="48128"/>
                  </a:lnTo>
                  <a:lnTo>
                    <a:pt x="814144" y="95524"/>
                  </a:lnTo>
                  <a:lnTo>
                    <a:pt x="807370" y="142112"/>
                  </a:lnTo>
                  <a:lnTo>
                    <a:pt x="798020" y="187814"/>
                  </a:lnTo>
                  <a:lnTo>
                    <a:pt x="786171" y="232553"/>
                  </a:lnTo>
                  <a:lnTo>
                    <a:pt x="771899" y="276253"/>
                  </a:lnTo>
                  <a:lnTo>
                    <a:pt x="755281" y="318837"/>
                  </a:lnTo>
                  <a:lnTo>
                    <a:pt x="736395" y="360228"/>
                  </a:lnTo>
                  <a:lnTo>
                    <a:pt x="715316" y="400349"/>
                  </a:lnTo>
                  <a:lnTo>
                    <a:pt x="692122" y="439123"/>
                  </a:lnTo>
                  <a:lnTo>
                    <a:pt x="666889" y="476473"/>
                  </a:lnTo>
                  <a:lnTo>
                    <a:pt x="639695" y="512323"/>
                  </a:lnTo>
                  <a:lnTo>
                    <a:pt x="610616" y="546596"/>
                  </a:lnTo>
                  <a:lnTo>
                    <a:pt x="579729" y="579215"/>
                  </a:lnTo>
                  <a:lnTo>
                    <a:pt x="547112" y="610102"/>
                  </a:lnTo>
                  <a:lnTo>
                    <a:pt x="512839" y="639182"/>
                  </a:lnTo>
                  <a:lnTo>
                    <a:pt x="476990" y="666377"/>
                  </a:lnTo>
                  <a:lnTo>
                    <a:pt x="439639" y="691610"/>
                  </a:lnTo>
                  <a:lnTo>
                    <a:pt x="400865" y="714805"/>
                  </a:lnTo>
                  <a:lnTo>
                    <a:pt x="360744" y="735885"/>
                  </a:lnTo>
                  <a:lnTo>
                    <a:pt x="319353" y="754772"/>
                  </a:lnTo>
                  <a:lnTo>
                    <a:pt x="276768" y="771391"/>
                  </a:lnTo>
                  <a:lnTo>
                    <a:pt x="233067" y="785664"/>
                  </a:lnTo>
                  <a:lnTo>
                    <a:pt x="188327" y="797514"/>
                  </a:lnTo>
                  <a:lnTo>
                    <a:pt x="142623" y="806864"/>
                  </a:lnTo>
                  <a:lnTo>
                    <a:pt x="96034" y="813638"/>
                  </a:lnTo>
                  <a:lnTo>
                    <a:pt x="48635" y="817759"/>
                  </a:lnTo>
                  <a:lnTo>
                    <a:pt x="505" y="819150"/>
                  </a:lnTo>
                  <a:lnTo>
                    <a:pt x="336" y="819150"/>
                  </a:lnTo>
                  <a:lnTo>
                    <a:pt x="168" y="819150"/>
                  </a:lnTo>
                  <a:lnTo>
                    <a:pt x="0" y="819150"/>
                  </a:lnTo>
                  <a:lnTo>
                    <a:pt x="505" y="0"/>
                  </a:lnTo>
                  <a:lnTo>
                    <a:pt x="819655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460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9163" y="21335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10" y="708461"/>
                  </a:lnTo>
                  <a:lnTo>
                    <a:pt x="20983" y="662500"/>
                  </a:lnTo>
                  <a:lnTo>
                    <a:pt x="32487" y="617462"/>
                  </a:lnTo>
                  <a:lnTo>
                    <a:pt x="46350" y="573417"/>
                  </a:lnTo>
                  <a:lnTo>
                    <a:pt x="62501" y="530438"/>
                  </a:lnTo>
                  <a:lnTo>
                    <a:pt x="80868" y="488596"/>
                  </a:lnTo>
                  <a:lnTo>
                    <a:pt x="101378" y="447964"/>
                  </a:lnTo>
                  <a:lnTo>
                    <a:pt x="123961" y="408613"/>
                  </a:lnTo>
                  <a:lnTo>
                    <a:pt x="148543" y="370615"/>
                  </a:lnTo>
                  <a:lnTo>
                    <a:pt x="175055" y="334042"/>
                  </a:lnTo>
                  <a:lnTo>
                    <a:pt x="203422" y="298966"/>
                  </a:lnTo>
                  <a:lnTo>
                    <a:pt x="233574" y="265459"/>
                  </a:lnTo>
                  <a:lnTo>
                    <a:pt x="265439" y="233593"/>
                  </a:lnTo>
                  <a:lnTo>
                    <a:pt x="298945" y="203439"/>
                  </a:lnTo>
                  <a:lnTo>
                    <a:pt x="334020" y="175070"/>
                  </a:lnTo>
                  <a:lnTo>
                    <a:pt x="370593" y="148557"/>
                  </a:lnTo>
                  <a:lnTo>
                    <a:pt x="408590" y="123973"/>
                  </a:lnTo>
                  <a:lnTo>
                    <a:pt x="447941" y="101388"/>
                  </a:lnTo>
                  <a:lnTo>
                    <a:pt x="488574" y="80876"/>
                  </a:lnTo>
                  <a:lnTo>
                    <a:pt x="530417" y="62508"/>
                  </a:lnTo>
                  <a:lnTo>
                    <a:pt x="573397" y="46355"/>
                  </a:lnTo>
                  <a:lnTo>
                    <a:pt x="617444" y="32490"/>
                  </a:lnTo>
                  <a:lnTo>
                    <a:pt x="662485" y="20985"/>
                  </a:lnTo>
                  <a:lnTo>
                    <a:pt x="708448" y="11912"/>
                  </a:lnTo>
                  <a:lnTo>
                    <a:pt x="755262" y="5342"/>
                  </a:lnTo>
                  <a:lnTo>
                    <a:pt x="802854" y="1347"/>
                  </a:lnTo>
                  <a:lnTo>
                    <a:pt x="851154" y="0"/>
                  </a:lnTo>
                  <a:lnTo>
                    <a:pt x="899448" y="1347"/>
                  </a:lnTo>
                  <a:lnTo>
                    <a:pt x="947036" y="5342"/>
                  </a:lnTo>
                  <a:lnTo>
                    <a:pt x="993846" y="11912"/>
                  </a:lnTo>
                  <a:lnTo>
                    <a:pt x="1039807" y="20985"/>
                  </a:lnTo>
                  <a:lnTo>
                    <a:pt x="1084845" y="32490"/>
                  </a:lnTo>
                  <a:lnTo>
                    <a:pt x="1128890" y="46355"/>
                  </a:lnTo>
                  <a:lnTo>
                    <a:pt x="1171869" y="62508"/>
                  </a:lnTo>
                  <a:lnTo>
                    <a:pt x="1213711" y="80876"/>
                  </a:lnTo>
                  <a:lnTo>
                    <a:pt x="1254343" y="101388"/>
                  </a:lnTo>
                  <a:lnTo>
                    <a:pt x="1293694" y="123973"/>
                  </a:lnTo>
                  <a:lnTo>
                    <a:pt x="1331692" y="148557"/>
                  </a:lnTo>
                  <a:lnTo>
                    <a:pt x="1368265" y="175070"/>
                  </a:lnTo>
                  <a:lnTo>
                    <a:pt x="1403341" y="203439"/>
                  </a:lnTo>
                  <a:lnTo>
                    <a:pt x="1436848" y="233593"/>
                  </a:lnTo>
                  <a:lnTo>
                    <a:pt x="1468714" y="265459"/>
                  </a:lnTo>
                  <a:lnTo>
                    <a:pt x="1498868" y="298966"/>
                  </a:lnTo>
                  <a:lnTo>
                    <a:pt x="1527237" y="334042"/>
                  </a:lnTo>
                  <a:lnTo>
                    <a:pt x="1553750" y="370615"/>
                  </a:lnTo>
                  <a:lnTo>
                    <a:pt x="1578334" y="408613"/>
                  </a:lnTo>
                  <a:lnTo>
                    <a:pt x="1600919" y="447964"/>
                  </a:lnTo>
                  <a:lnTo>
                    <a:pt x="1621431" y="488596"/>
                  </a:lnTo>
                  <a:lnTo>
                    <a:pt x="1639799" y="530438"/>
                  </a:lnTo>
                  <a:lnTo>
                    <a:pt x="1655952" y="573417"/>
                  </a:lnTo>
                  <a:lnTo>
                    <a:pt x="1669817" y="617462"/>
                  </a:lnTo>
                  <a:lnTo>
                    <a:pt x="1681322" y="662500"/>
                  </a:lnTo>
                  <a:lnTo>
                    <a:pt x="1690395" y="708461"/>
                  </a:lnTo>
                  <a:lnTo>
                    <a:pt x="1696965" y="755271"/>
                  </a:lnTo>
                  <a:lnTo>
                    <a:pt x="1700960" y="802859"/>
                  </a:lnTo>
                  <a:lnTo>
                    <a:pt x="1702308" y="851154"/>
                  </a:lnTo>
                  <a:lnTo>
                    <a:pt x="1700960" y="899448"/>
                  </a:lnTo>
                  <a:lnTo>
                    <a:pt x="1696965" y="947036"/>
                  </a:lnTo>
                  <a:lnTo>
                    <a:pt x="1690395" y="993846"/>
                  </a:lnTo>
                  <a:lnTo>
                    <a:pt x="1681322" y="1039807"/>
                  </a:lnTo>
                  <a:lnTo>
                    <a:pt x="1669817" y="1084845"/>
                  </a:lnTo>
                  <a:lnTo>
                    <a:pt x="1655952" y="1128890"/>
                  </a:lnTo>
                  <a:lnTo>
                    <a:pt x="1639799" y="1171869"/>
                  </a:lnTo>
                  <a:lnTo>
                    <a:pt x="1621431" y="1213711"/>
                  </a:lnTo>
                  <a:lnTo>
                    <a:pt x="1600919" y="1254343"/>
                  </a:lnTo>
                  <a:lnTo>
                    <a:pt x="1578334" y="1293694"/>
                  </a:lnTo>
                  <a:lnTo>
                    <a:pt x="1553750" y="1331692"/>
                  </a:lnTo>
                  <a:lnTo>
                    <a:pt x="1527237" y="1368265"/>
                  </a:lnTo>
                  <a:lnTo>
                    <a:pt x="1498868" y="1403341"/>
                  </a:lnTo>
                  <a:lnTo>
                    <a:pt x="1468714" y="1436848"/>
                  </a:lnTo>
                  <a:lnTo>
                    <a:pt x="1436848" y="1468714"/>
                  </a:lnTo>
                  <a:lnTo>
                    <a:pt x="1403341" y="1498868"/>
                  </a:lnTo>
                  <a:lnTo>
                    <a:pt x="1368265" y="1527237"/>
                  </a:lnTo>
                  <a:lnTo>
                    <a:pt x="1331692" y="1553750"/>
                  </a:lnTo>
                  <a:lnTo>
                    <a:pt x="1293694" y="1578334"/>
                  </a:lnTo>
                  <a:lnTo>
                    <a:pt x="1254343" y="1600919"/>
                  </a:lnTo>
                  <a:lnTo>
                    <a:pt x="1213711" y="1621431"/>
                  </a:lnTo>
                  <a:lnTo>
                    <a:pt x="1171869" y="1639799"/>
                  </a:lnTo>
                  <a:lnTo>
                    <a:pt x="1128890" y="1655952"/>
                  </a:lnTo>
                  <a:lnTo>
                    <a:pt x="1084845" y="1669817"/>
                  </a:lnTo>
                  <a:lnTo>
                    <a:pt x="1039807" y="1681322"/>
                  </a:lnTo>
                  <a:lnTo>
                    <a:pt x="993846" y="1690395"/>
                  </a:lnTo>
                  <a:lnTo>
                    <a:pt x="947036" y="1696965"/>
                  </a:lnTo>
                  <a:lnTo>
                    <a:pt x="899448" y="1700960"/>
                  </a:lnTo>
                  <a:lnTo>
                    <a:pt x="851154" y="1702308"/>
                  </a:lnTo>
                  <a:lnTo>
                    <a:pt x="802854" y="1700960"/>
                  </a:lnTo>
                  <a:lnTo>
                    <a:pt x="755262" y="1696965"/>
                  </a:lnTo>
                  <a:lnTo>
                    <a:pt x="708448" y="1690395"/>
                  </a:lnTo>
                  <a:lnTo>
                    <a:pt x="662485" y="1681322"/>
                  </a:lnTo>
                  <a:lnTo>
                    <a:pt x="617444" y="1669817"/>
                  </a:lnTo>
                  <a:lnTo>
                    <a:pt x="573397" y="1655952"/>
                  </a:lnTo>
                  <a:lnTo>
                    <a:pt x="530417" y="1639799"/>
                  </a:lnTo>
                  <a:lnTo>
                    <a:pt x="488574" y="1621431"/>
                  </a:lnTo>
                  <a:lnTo>
                    <a:pt x="447941" y="1600919"/>
                  </a:lnTo>
                  <a:lnTo>
                    <a:pt x="408590" y="1578334"/>
                  </a:lnTo>
                  <a:lnTo>
                    <a:pt x="370593" y="1553750"/>
                  </a:lnTo>
                  <a:lnTo>
                    <a:pt x="334020" y="1527237"/>
                  </a:lnTo>
                  <a:lnTo>
                    <a:pt x="298945" y="1498868"/>
                  </a:lnTo>
                  <a:lnTo>
                    <a:pt x="265439" y="1468714"/>
                  </a:lnTo>
                  <a:lnTo>
                    <a:pt x="233574" y="1436848"/>
                  </a:lnTo>
                  <a:lnTo>
                    <a:pt x="203422" y="1403341"/>
                  </a:lnTo>
                  <a:lnTo>
                    <a:pt x="175055" y="1368265"/>
                  </a:lnTo>
                  <a:lnTo>
                    <a:pt x="148543" y="1331692"/>
                  </a:lnTo>
                  <a:lnTo>
                    <a:pt x="123961" y="1293694"/>
                  </a:lnTo>
                  <a:lnTo>
                    <a:pt x="101378" y="1254343"/>
                  </a:lnTo>
                  <a:lnTo>
                    <a:pt x="80868" y="1213711"/>
                  </a:lnTo>
                  <a:lnTo>
                    <a:pt x="62501" y="1171869"/>
                  </a:lnTo>
                  <a:lnTo>
                    <a:pt x="46350" y="1128890"/>
                  </a:lnTo>
                  <a:lnTo>
                    <a:pt x="32487" y="1084845"/>
                  </a:lnTo>
                  <a:lnTo>
                    <a:pt x="20983" y="1039807"/>
                  </a:lnTo>
                  <a:lnTo>
                    <a:pt x="11910" y="993846"/>
                  </a:lnTo>
                  <a:lnTo>
                    <a:pt x="5341" y="947036"/>
                  </a:lnTo>
                  <a:lnTo>
                    <a:pt x="1347" y="899448"/>
                  </a:lnTo>
                  <a:lnTo>
                    <a:pt x="0" y="851154"/>
                  </a:lnTo>
                  <a:close/>
                </a:path>
              </a:pathLst>
            </a:custGeom>
            <a:ln w="27432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3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  <a:close/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  <a:close/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3460" y="0"/>
              <a:ext cx="8130540" cy="6858000"/>
            </a:xfrm>
            <a:custGeom>
              <a:avLst/>
              <a:gdLst/>
              <a:ahLst/>
              <a:cxnLst/>
              <a:rect l="l" t="t" r="r" b="b"/>
              <a:pathLst>
                <a:path w="8130540" h="6858000">
                  <a:moveTo>
                    <a:pt x="813054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0540" y="6858000"/>
                  </a:lnTo>
                  <a:lnTo>
                    <a:pt x="81305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62811" y="338327"/>
            <a:ext cx="5823203" cy="122072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514602" y="490854"/>
            <a:ext cx="512000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5" dirty="0">
                <a:solidFill>
                  <a:srgbClr val="552113"/>
                </a:solidFill>
              </a:rPr>
              <a:t>Functions</a:t>
            </a:r>
            <a:r>
              <a:rPr sz="4300" spc="-30" dirty="0">
                <a:solidFill>
                  <a:srgbClr val="552113"/>
                </a:solidFill>
              </a:rPr>
              <a:t> </a:t>
            </a:r>
            <a:r>
              <a:rPr sz="4300" spc="-5" dirty="0">
                <a:solidFill>
                  <a:srgbClr val="552113"/>
                </a:solidFill>
              </a:rPr>
              <a:t>as</a:t>
            </a:r>
            <a:r>
              <a:rPr sz="4300" spc="-30" dirty="0">
                <a:solidFill>
                  <a:srgbClr val="552113"/>
                </a:solidFill>
              </a:rPr>
              <a:t> </a:t>
            </a:r>
            <a:r>
              <a:rPr sz="4300" spc="-5" dirty="0">
                <a:solidFill>
                  <a:srgbClr val="552113"/>
                </a:solidFill>
              </a:rPr>
              <a:t>Objects</a:t>
            </a:r>
            <a:endParaRPr sz="4300"/>
          </a:p>
        </p:txBody>
      </p:sp>
      <p:sp>
        <p:nvSpPr>
          <p:cNvPr id="16" name="object 16"/>
          <p:cNvSpPr txBox="1"/>
          <p:nvPr/>
        </p:nvSpPr>
        <p:spPr>
          <a:xfrm>
            <a:off x="1590802" y="1473453"/>
            <a:ext cx="7100570" cy="1322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1625" marR="442595" indent="-289560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80000"/>
              <a:buChar char="●"/>
              <a:tabLst>
                <a:tab pos="301625" algn="l"/>
                <a:tab pos="302260" algn="l"/>
              </a:tabLst>
            </a:pPr>
            <a:r>
              <a:rPr sz="2000" dirty="0">
                <a:latin typeface="Arial MT"/>
                <a:cs typeface="Arial MT"/>
              </a:rPr>
              <a:t>Although functions are created </a:t>
            </a:r>
            <a:r>
              <a:rPr sz="2000" spc="-5" dirty="0">
                <a:latin typeface="Arial MT"/>
                <a:cs typeface="Arial MT"/>
              </a:rPr>
              <a:t>differently </a:t>
            </a:r>
            <a:r>
              <a:rPr sz="2000" dirty="0">
                <a:latin typeface="Arial MT"/>
                <a:cs typeface="Arial MT"/>
              </a:rPr>
              <a:t>from normal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variables,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functions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just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like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other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kind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value.</a:t>
            </a:r>
            <a:endParaRPr sz="2000">
              <a:latin typeface="Arial MT"/>
              <a:cs typeface="Arial MT"/>
            </a:endParaRPr>
          </a:p>
          <a:p>
            <a:pPr marL="301625" marR="5080" indent="-289560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80000"/>
              <a:buChar char="●"/>
              <a:tabLst>
                <a:tab pos="301625" algn="l"/>
                <a:tab pos="302260" algn="l"/>
              </a:tabLst>
            </a:pPr>
            <a:r>
              <a:rPr sz="2000" dirty="0">
                <a:latin typeface="Arial MT"/>
                <a:cs typeface="Arial MT"/>
              </a:rPr>
              <a:t>They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assigned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reassigned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variables,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later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referenced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those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names.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52600" y="3276600"/>
            <a:ext cx="4724400" cy="2362200"/>
          </a:xfrm>
          <a:prstGeom prst="rect">
            <a:avLst/>
          </a:prstGeom>
        </p:spPr>
      </p:pic>
      <p:pic>
        <p:nvPicPr>
          <p:cNvPr id="18" name="Picture 17" descr="A black and red text&#10;&#10;Description automatically generated">
            <a:extLst>
              <a:ext uri="{FF2B5EF4-FFF2-40B4-BE49-F238E27FC236}">
                <a16:creationId xmlns:a16="http://schemas.microsoft.com/office/drawing/2014/main" id="{DAB93DB0-7497-F1B1-A93A-842BEF3494F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8269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505" y="0"/>
                  </a:lnTo>
                  <a:lnTo>
                    <a:pt x="0" y="819150"/>
                  </a:lnTo>
                  <a:lnTo>
                    <a:pt x="48635" y="817759"/>
                  </a:lnTo>
                  <a:lnTo>
                    <a:pt x="96034" y="813638"/>
                  </a:lnTo>
                  <a:lnTo>
                    <a:pt x="142623" y="806864"/>
                  </a:lnTo>
                  <a:lnTo>
                    <a:pt x="188327" y="797514"/>
                  </a:lnTo>
                  <a:lnTo>
                    <a:pt x="233067" y="785664"/>
                  </a:lnTo>
                  <a:lnTo>
                    <a:pt x="276768" y="771391"/>
                  </a:lnTo>
                  <a:lnTo>
                    <a:pt x="319353" y="754772"/>
                  </a:lnTo>
                  <a:lnTo>
                    <a:pt x="360744" y="735885"/>
                  </a:lnTo>
                  <a:lnTo>
                    <a:pt x="400865" y="714805"/>
                  </a:lnTo>
                  <a:lnTo>
                    <a:pt x="439639" y="691610"/>
                  </a:lnTo>
                  <a:lnTo>
                    <a:pt x="476990" y="666377"/>
                  </a:lnTo>
                  <a:lnTo>
                    <a:pt x="512839" y="639182"/>
                  </a:lnTo>
                  <a:lnTo>
                    <a:pt x="547112" y="610102"/>
                  </a:lnTo>
                  <a:lnTo>
                    <a:pt x="579729" y="579215"/>
                  </a:lnTo>
                  <a:lnTo>
                    <a:pt x="610616" y="546596"/>
                  </a:lnTo>
                  <a:lnTo>
                    <a:pt x="639695" y="512323"/>
                  </a:lnTo>
                  <a:lnTo>
                    <a:pt x="666889" y="476473"/>
                  </a:lnTo>
                  <a:lnTo>
                    <a:pt x="692122" y="439123"/>
                  </a:lnTo>
                  <a:lnTo>
                    <a:pt x="715316" y="400349"/>
                  </a:lnTo>
                  <a:lnTo>
                    <a:pt x="736395" y="360228"/>
                  </a:lnTo>
                  <a:lnTo>
                    <a:pt x="755281" y="318837"/>
                  </a:lnTo>
                  <a:lnTo>
                    <a:pt x="771899" y="276253"/>
                  </a:lnTo>
                  <a:lnTo>
                    <a:pt x="786171" y="232553"/>
                  </a:lnTo>
                  <a:lnTo>
                    <a:pt x="798020" y="187814"/>
                  </a:lnTo>
                  <a:lnTo>
                    <a:pt x="807370" y="142112"/>
                  </a:lnTo>
                  <a:lnTo>
                    <a:pt x="814144" y="95524"/>
                  </a:lnTo>
                  <a:lnTo>
                    <a:pt x="818264" y="48128"/>
                  </a:lnTo>
                  <a:lnTo>
                    <a:pt x="819655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04" y="381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818264" y="48128"/>
                  </a:lnTo>
                  <a:lnTo>
                    <a:pt x="814144" y="95524"/>
                  </a:lnTo>
                  <a:lnTo>
                    <a:pt x="807370" y="142112"/>
                  </a:lnTo>
                  <a:lnTo>
                    <a:pt x="798020" y="187814"/>
                  </a:lnTo>
                  <a:lnTo>
                    <a:pt x="786171" y="232553"/>
                  </a:lnTo>
                  <a:lnTo>
                    <a:pt x="771899" y="276253"/>
                  </a:lnTo>
                  <a:lnTo>
                    <a:pt x="755281" y="318837"/>
                  </a:lnTo>
                  <a:lnTo>
                    <a:pt x="736395" y="360228"/>
                  </a:lnTo>
                  <a:lnTo>
                    <a:pt x="715316" y="400349"/>
                  </a:lnTo>
                  <a:lnTo>
                    <a:pt x="692122" y="439123"/>
                  </a:lnTo>
                  <a:lnTo>
                    <a:pt x="666889" y="476473"/>
                  </a:lnTo>
                  <a:lnTo>
                    <a:pt x="639695" y="512323"/>
                  </a:lnTo>
                  <a:lnTo>
                    <a:pt x="610616" y="546596"/>
                  </a:lnTo>
                  <a:lnTo>
                    <a:pt x="579729" y="579215"/>
                  </a:lnTo>
                  <a:lnTo>
                    <a:pt x="547112" y="610102"/>
                  </a:lnTo>
                  <a:lnTo>
                    <a:pt x="512839" y="639182"/>
                  </a:lnTo>
                  <a:lnTo>
                    <a:pt x="476990" y="666377"/>
                  </a:lnTo>
                  <a:lnTo>
                    <a:pt x="439639" y="691610"/>
                  </a:lnTo>
                  <a:lnTo>
                    <a:pt x="400865" y="714805"/>
                  </a:lnTo>
                  <a:lnTo>
                    <a:pt x="360744" y="735885"/>
                  </a:lnTo>
                  <a:lnTo>
                    <a:pt x="319353" y="754772"/>
                  </a:lnTo>
                  <a:lnTo>
                    <a:pt x="276768" y="771391"/>
                  </a:lnTo>
                  <a:lnTo>
                    <a:pt x="233067" y="785664"/>
                  </a:lnTo>
                  <a:lnTo>
                    <a:pt x="188327" y="797514"/>
                  </a:lnTo>
                  <a:lnTo>
                    <a:pt x="142623" y="806864"/>
                  </a:lnTo>
                  <a:lnTo>
                    <a:pt x="96034" y="813638"/>
                  </a:lnTo>
                  <a:lnTo>
                    <a:pt x="48635" y="817759"/>
                  </a:lnTo>
                  <a:lnTo>
                    <a:pt x="505" y="819150"/>
                  </a:lnTo>
                  <a:lnTo>
                    <a:pt x="336" y="819150"/>
                  </a:lnTo>
                  <a:lnTo>
                    <a:pt x="168" y="819150"/>
                  </a:lnTo>
                  <a:lnTo>
                    <a:pt x="0" y="819150"/>
                  </a:lnTo>
                  <a:lnTo>
                    <a:pt x="505" y="0"/>
                  </a:lnTo>
                  <a:lnTo>
                    <a:pt x="819655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460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9163" y="21335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10" y="708461"/>
                  </a:lnTo>
                  <a:lnTo>
                    <a:pt x="20983" y="662500"/>
                  </a:lnTo>
                  <a:lnTo>
                    <a:pt x="32487" y="617462"/>
                  </a:lnTo>
                  <a:lnTo>
                    <a:pt x="46350" y="573417"/>
                  </a:lnTo>
                  <a:lnTo>
                    <a:pt x="62501" y="530438"/>
                  </a:lnTo>
                  <a:lnTo>
                    <a:pt x="80868" y="488596"/>
                  </a:lnTo>
                  <a:lnTo>
                    <a:pt x="101378" y="447964"/>
                  </a:lnTo>
                  <a:lnTo>
                    <a:pt x="123961" y="408613"/>
                  </a:lnTo>
                  <a:lnTo>
                    <a:pt x="148543" y="370615"/>
                  </a:lnTo>
                  <a:lnTo>
                    <a:pt x="175055" y="334042"/>
                  </a:lnTo>
                  <a:lnTo>
                    <a:pt x="203422" y="298966"/>
                  </a:lnTo>
                  <a:lnTo>
                    <a:pt x="233574" y="265459"/>
                  </a:lnTo>
                  <a:lnTo>
                    <a:pt x="265439" y="233593"/>
                  </a:lnTo>
                  <a:lnTo>
                    <a:pt x="298945" y="203439"/>
                  </a:lnTo>
                  <a:lnTo>
                    <a:pt x="334020" y="175070"/>
                  </a:lnTo>
                  <a:lnTo>
                    <a:pt x="370593" y="148557"/>
                  </a:lnTo>
                  <a:lnTo>
                    <a:pt x="408590" y="123973"/>
                  </a:lnTo>
                  <a:lnTo>
                    <a:pt x="447941" y="101388"/>
                  </a:lnTo>
                  <a:lnTo>
                    <a:pt x="488574" y="80876"/>
                  </a:lnTo>
                  <a:lnTo>
                    <a:pt x="530417" y="62508"/>
                  </a:lnTo>
                  <a:lnTo>
                    <a:pt x="573397" y="46355"/>
                  </a:lnTo>
                  <a:lnTo>
                    <a:pt x="617444" y="32490"/>
                  </a:lnTo>
                  <a:lnTo>
                    <a:pt x="662485" y="20985"/>
                  </a:lnTo>
                  <a:lnTo>
                    <a:pt x="708448" y="11912"/>
                  </a:lnTo>
                  <a:lnTo>
                    <a:pt x="755262" y="5342"/>
                  </a:lnTo>
                  <a:lnTo>
                    <a:pt x="802854" y="1347"/>
                  </a:lnTo>
                  <a:lnTo>
                    <a:pt x="851154" y="0"/>
                  </a:lnTo>
                  <a:lnTo>
                    <a:pt x="899448" y="1347"/>
                  </a:lnTo>
                  <a:lnTo>
                    <a:pt x="947036" y="5342"/>
                  </a:lnTo>
                  <a:lnTo>
                    <a:pt x="993846" y="11912"/>
                  </a:lnTo>
                  <a:lnTo>
                    <a:pt x="1039807" y="20985"/>
                  </a:lnTo>
                  <a:lnTo>
                    <a:pt x="1084845" y="32490"/>
                  </a:lnTo>
                  <a:lnTo>
                    <a:pt x="1128890" y="46355"/>
                  </a:lnTo>
                  <a:lnTo>
                    <a:pt x="1171869" y="62508"/>
                  </a:lnTo>
                  <a:lnTo>
                    <a:pt x="1213711" y="80876"/>
                  </a:lnTo>
                  <a:lnTo>
                    <a:pt x="1254343" y="101388"/>
                  </a:lnTo>
                  <a:lnTo>
                    <a:pt x="1293694" y="123973"/>
                  </a:lnTo>
                  <a:lnTo>
                    <a:pt x="1331692" y="148557"/>
                  </a:lnTo>
                  <a:lnTo>
                    <a:pt x="1368265" y="175070"/>
                  </a:lnTo>
                  <a:lnTo>
                    <a:pt x="1403341" y="203439"/>
                  </a:lnTo>
                  <a:lnTo>
                    <a:pt x="1436848" y="233593"/>
                  </a:lnTo>
                  <a:lnTo>
                    <a:pt x="1468714" y="265459"/>
                  </a:lnTo>
                  <a:lnTo>
                    <a:pt x="1498868" y="298966"/>
                  </a:lnTo>
                  <a:lnTo>
                    <a:pt x="1527237" y="334042"/>
                  </a:lnTo>
                  <a:lnTo>
                    <a:pt x="1553750" y="370615"/>
                  </a:lnTo>
                  <a:lnTo>
                    <a:pt x="1578334" y="408613"/>
                  </a:lnTo>
                  <a:lnTo>
                    <a:pt x="1600919" y="447964"/>
                  </a:lnTo>
                  <a:lnTo>
                    <a:pt x="1621431" y="488596"/>
                  </a:lnTo>
                  <a:lnTo>
                    <a:pt x="1639799" y="530438"/>
                  </a:lnTo>
                  <a:lnTo>
                    <a:pt x="1655952" y="573417"/>
                  </a:lnTo>
                  <a:lnTo>
                    <a:pt x="1669817" y="617462"/>
                  </a:lnTo>
                  <a:lnTo>
                    <a:pt x="1681322" y="662500"/>
                  </a:lnTo>
                  <a:lnTo>
                    <a:pt x="1690395" y="708461"/>
                  </a:lnTo>
                  <a:lnTo>
                    <a:pt x="1696965" y="755271"/>
                  </a:lnTo>
                  <a:lnTo>
                    <a:pt x="1700960" y="802859"/>
                  </a:lnTo>
                  <a:lnTo>
                    <a:pt x="1702308" y="851154"/>
                  </a:lnTo>
                  <a:lnTo>
                    <a:pt x="1700960" y="899448"/>
                  </a:lnTo>
                  <a:lnTo>
                    <a:pt x="1696965" y="947036"/>
                  </a:lnTo>
                  <a:lnTo>
                    <a:pt x="1690395" y="993846"/>
                  </a:lnTo>
                  <a:lnTo>
                    <a:pt x="1681322" y="1039807"/>
                  </a:lnTo>
                  <a:lnTo>
                    <a:pt x="1669817" y="1084845"/>
                  </a:lnTo>
                  <a:lnTo>
                    <a:pt x="1655952" y="1128890"/>
                  </a:lnTo>
                  <a:lnTo>
                    <a:pt x="1639799" y="1171869"/>
                  </a:lnTo>
                  <a:lnTo>
                    <a:pt x="1621431" y="1213711"/>
                  </a:lnTo>
                  <a:lnTo>
                    <a:pt x="1600919" y="1254343"/>
                  </a:lnTo>
                  <a:lnTo>
                    <a:pt x="1578334" y="1293694"/>
                  </a:lnTo>
                  <a:lnTo>
                    <a:pt x="1553750" y="1331692"/>
                  </a:lnTo>
                  <a:lnTo>
                    <a:pt x="1527237" y="1368265"/>
                  </a:lnTo>
                  <a:lnTo>
                    <a:pt x="1498868" y="1403341"/>
                  </a:lnTo>
                  <a:lnTo>
                    <a:pt x="1468714" y="1436848"/>
                  </a:lnTo>
                  <a:lnTo>
                    <a:pt x="1436848" y="1468714"/>
                  </a:lnTo>
                  <a:lnTo>
                    <a:pt x="1403341" y="1498868"/>
                  </a:lnTo>
                  <a:lnTo>
                    <a:pt x="1368265" y="1527237"/>
                  </a:lnTo>
                  <a:lnTo>
                    <a:pt x="1331692" y="1553750"/>
                  </a:lnTo>
                  <a:lnTo>
                    <a:pt x="1293694" y="1578334"/>
                  </a:lnTo>
                  <a:lnTo>
                    <a:pt x="1254343" y="1600919"/>
                  </a:lnTo>
                  <a:lnTo>
                    <a:pt x="1213711" y="1621431"/>
                  </a:lnTo>
                  <a:lnTo>
                    <a:pt x="1171869" y="1639799"/>
                  </a:lnTo>
                  <a:lnTo>
                    <a:pt x="1128890" y="1655952"/>
                  </a:lnTo>
                  <a:lnTo>
                    <a:pt x="1084845" y="1669817"/>
                  </a:lnTo>
                  <a:lnTo>
                    <a:pt x="1039807" y="1681322"/>
                  </a:lnTo>
                  <a:lnTo>
                    <a:pt x="993846" y="1690395"/>
                  </a:lnTo>
                  <a:lnTo>
                    <a:pt x="947036" y="1696965"/>
                  </a:lnTo>
                  <a:lnTo>
                    <a:pt x="899448" y="1700960"/>
                  </a:lnTo>
                  <a:lnTo>
                    <a:pt x="851154" y="1702308"/>
                  </a:lnTo>
                  <a:lnTo>
                    <a:pt x="802854" y="1700960"/>
                  </a:lnTo>
                  <a:lnTo>
                    <a:pt x="755262" y="1696965"/>
                  </a:lnTo>
                  <a:lnTo>
                    <a:pt x="708448" y="1690395"/>
                  </a:lnTo>
                  <a:lnTo>
                    <a:pt x="662485" y="1681322"/>
                  </a:lnTo>
                  <a:lnTo>
                    <a:pt x="617444" y="1669817"/>
                  </a:lnTo>
                  <a:lnTo>
                    <a:pt x="573397" y="1655952"/>
                  </a:lnTo>
                  <a:lnTo>
                    <a:pt x="530417" y="1639799"/>
                  </a:lnTo>
                  <a:lnTo>
                    <a:pt x="488574" y="1621431"/>
                  </a:lnTo>
                  <a:lnTo>
                    <a:pt x="447941" y="1600919"/>
                  </a:lnTo>
                  <a:lnTo>
                    <a:pt x="408590" y="1578334"/>
                  </a:lnTo>
                  <a:lnTo>
                    <a:pt x="370593" y="1553750"/>
                  </a:lnTo>
                  <a:lnTo>
                    <a:pt x="334020" y="1527237"/>
                  </a:lnTo>
                  <a:lnTo>
                    <a:pt x="298945" y="1498868"/>
                  </a:lnTo>
                  <a:lnTo>
                    <a:pt x="265439" y="1468714"/>
                  </a:lnTo>
                  <a:lnTo>
                    <a:pt x="233574" y="1436848"/>
                  </a:lnTo>
                  <a:lnTo>
                    <a:pt x="203422" y="1403341"/>
                  </a:lnTo>
                  <a:lnTo>
                    <a:pt x="175055" y="1368265"/>
                  </a:lnTo>
                  <a:lnTo>
                    <a:pt x="148543" y="1331692"/>
                  </a:lnTo>
                  <a:lnTo>
                    <a:pt x="123961" y="1293694"/>
                  </a:lnTo>
                  <a:lnTo>
                    <a:pt x="101378" y="1254343"/>
                  </a:lnTo>
                  <a:lnTo>
                    <a:pt x="80868" y="1213711"/>
                  </a:lnTo>
                  <a:lnTo>
                    <a:pt x="62501" y="1171869"/>
                  </a:lnTo>
                  <a:lnTo>
                    <a:pt x="46350" y="1128890"/>
                  </a:lnTo>
                  <a:lnTo>
                    <a:pt x="32487" y="1084845"/>
                  </a:lnTo>
                  <a:lnTo>
                    <a:pt x="20983" y="1039807"/>
                  </a:lnTo>
                  <a:lnTo>
                    <a:pt x="11910" y="993846"/>
                  </a:lnTo>
                  <a:lnTo>
                    <a:pt x="5341" y="947036"/>
                  </a:lnTo>
                  <a:lnTo>
                    <a:pt x="1347" y="899448"/>
                  </a:lnTo>
                  <a:lnTo>
                    <a:pt x="0" y="851154"/>
                  </a:lnTo>
                  <a:close/>
                </a:path>
              </a:pathLst>
            </a:custGeom>
            <a:ln w="27432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3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  <a:close/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  <a:close/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3460" y="0"/>
              <a:ext cx="8130540" cy="6858000"/>
            </a:xfrm>
            <a:custGeom>
              <a:avLst/>
              <a:gdLst/>
              <a:ahLst/>
              <a:cxnLst/>
              <a:rect l="l" t="t" r="r" b="b"/>
              <a:pathLst>
                <a:path w="8130540" h="6858000">
                  <a:moveTo>
                    <a:pt x="813054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0540" y="6858000"/>
                  </a:lnTo>
                  <a:lnTo>
                    <a:pt x="81305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-19050" y="527304"/>
            <a:ext cx="9182100" cy="5001895"/>
            <a:chOff x="-19050" y="527304"/>
            <a:chExt cx="9182100" cy="5001895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545592"/>
              <a:ext cx="3319272" cy="414527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609600"/>
              <a:ext cx="3200400" cy="39624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0" y="590550"/>
              <a:ext cx="3219450" cy="4000500"/>
            </a:xfrm>
            <a:custGeom>
              <a:avLst/>
              <a:gdLst/>
              <a:ahLst/>
              <a:cxnLst/>
              <a:rect l="l" t="t" r="r" b="b"/>
              <a:pathLst>
                <a:path w="3219450" h="4000500">
                  <a:moveTo>
                    <a:pt x="0" y="4000500"/>
                  </a:moveTo>
                  <a:lnTo>
                    <a:pt x="3219450" y="4000500"/>
                  </a:lnTo>
                  <a:lnTo>
                    <a:pt x="3219450" y="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12592" y="527304"/>
              <a:ext cx="5931408" cy="500176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76600" y="591312"/>
              <a:ext cx="5867400" cy="481888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257550" y="572262"/>
              <a:ext cx="5886450" cy="4857115"/>
            </a:xfrm>
            <a:custGeom>
              <a:avLst/>
              <a:gdLst/>
              <a:ahLst/>
              <a:cxnLst/>
              <a:rect l="l" t="t" r="r" b="b"/>
              <a:pathLst>
                <a:path w="5886450" h="4857115">
                  <a:moveTo>
                    <a:pt x="0" y="4856988"/>
                  </a:moveTo>
                  <a:lnTo>
                    <a:pt x="5886449" y="4856988"/>
                  </a:lnTo>
                </a:path>
                <a:path w="5886450" h="4857115">
                  <a:moveTo>
                    <a:pt x="5886449" y="0"/>
                  </a:moveTo>
                  <a:lnTo>
                    <a:pt x="0" y="0"/>
                  </a:lnTo>
                  <a:lnTo>
                    <a:pt x="0" y="485698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Picture 20" descr="A black and red text&#10;&#10;Description automatically generated">
            <a:extLst>
              <a:ext uri="{FF2B5EF4-FFF2-40B4-BE49-F238E27FC236}">
                <a16:creationId xmlns:a16="http://schemas.microsoft.com/office/drawing/2014/main" id="{D16FD2D7-45FC-F598-70B7-130F0FB9EEE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168269"/>
            <a:ext cx="3048000" cy="69315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thank you text with stars&#10;&#10;Description automatically generated">
            <a:extLst>
              <a:ext uri="{FF2B5EF4-FFF2-40B4-BE49-F238E27FC236}">
                <a16:creationId xmlns:a16="http://schemas.microsoft.com/office/drawing/2014/main" id="{2C9232B2-2EC7-B8C2-20C3-CA7DA384DE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8" y="745121"/>
            <a:ext cx="8963025" cy="472799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90379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400</Words>
  <Application>Microsoft Office PowerPoint</Application>
  <PresentationFormat>On-screen Show (4:3)</PresentationFormat>
  <Paragraphs>49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Arial MT</vt:lpstr>
      <vt:lpstr>Calibri</vt:lpstr>
      <vt:lpstr>Segoe UI Symbol</vt:lpstr>
      <vt:lpstr>Office Theme</vt:lpstr>
      <vt:lpstr>PowerPoint Presentation</vt:lpstr>
      <vt:lpstr>Python Functions</vt:lpstr>
      <vt:lpstr>Functions</vt:lpstr>
      <vt:lpstr>Built-in Functions</vt:lpstr>
      <vt:lpstr>Syntax of Function</vt:lpstr>
      <vt:lpstr>Defining a function</vt:lpstr>
      <vt:lpstr>Function Call</vt:lpstr>
      <vt:lpstr>Square function:Take one  arguments and prints its square</vt:lpstr>
      <vt:lpstr>Square function:Take one  arguments and returns its square</vt:lpstr>
      <vt:lpstr>Function returning multiple  value</vt:lpstr>
      <vt:lpstr>Scope and Lifetime of  variables</vt:lpstr>
      <vt:lpstr>PowerPoint Presentation</vt:lpstr>
      <vt:lpstr>PowerPoint Presentation</vt:lpstr>
      <vt:lpstr>PowerPoint Presentation</vt:lpstr>
      <vt:lpstr>Default Arguments</vt:lpstr>
      <vt:lpstr>Default Arguments</vt:lpstr>
      <vt:lpstr>Default Arguments</vt:lpstr>
      <vt:lpstr>Keyword Arguments</vt:lpstr>
      <vt:lpstr>PowerPoint Presentation</vt:lpstr>
      <vt:lpstr>Variable number of arguments</vt:lpstr>
      <vt:lpstr>Functions as Objects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kamal korlakunta</cp:lastModifiedBy>
  <cp:revision>2</cp:revision>
  <dcterms:created xsi:type="dcterms:W3CDTF">2023-10-02T15:55:22Z</dcterms:created>
  <dcterms:modified xsi:type="dcterms:W3CDTF">2023-10-02T16:03:29Z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2019-05-06T00:00:00Z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2023-10-02T00:00:00Z</vt:filetime>
  </property>
</Properties>
</file>