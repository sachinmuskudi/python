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8AE4-635B-6093-B620-A87FF7AACA68}"/>
              </a:ext>
            </a:extLst>
          </p:cNvPr>
          <p:cNvSpPr/>
          <p:nvPr userDrawn="1"/>
        </p:nvSpPr>
        <p:spPr>
          <a:xfrm>
            <a:off x="5791200" y="7150608"/>
            <a:ext cx="4267200" cy="621792"/>
          </a:xfrm>
          <a:prstGeom prst="rect">
            <a:avLst/>
          </a:prstGeom>
          <a:blipFill dpi="0" rotWithShape="1">
            <a:blip r:embed="rId7" cstate="print">
              <a:alphaModFix amt="7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FEC11299-3EEB-25F8-02D6-46363096C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4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0" y="1456944"/>
            <a:ext cx="3230880" cy="3523487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64A71922-13C0-9F4B-2F1A-66A74A9D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8" y="676655"/>
            <a:ext cx="5364480" cy="381000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19933153-706C-AE4E-6DCC-0974D8B42D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6564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CFDAA5C-3A2F-8598-3D94-B889C3A4B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35203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9617582-BD19-D224-ED00-D56687636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6511"/>
            <a:ext cx="9144000" cy="585825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843BD458-44F5-8285-0DE6-2D1713C953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81000"/>
            <a:ext cx="9144000" cy="629716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26DC6878-79D2-6BA8-4232-C7D9D8E9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4047"/>
            <a:ext cx="9144000" cy="624840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819A73A-7AF9-B919-AB3C-2B8611A66C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1688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5FCDEC95-FAE1-6DE0-8686-E4924B736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37057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A1DA9B1A-029E-7E0F-EFE7-2712A5A2EA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05942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173B2D84-F86E-AD6C-DC11-4460E252B6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586435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57291A0-3E92-1EAE-6D46-DCA306D25B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54710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E9E5EC2-D30A-6D5E-37ED-1504403B38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2608"/>
            <a:ext cx="9144000" cy="624840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A0DAD7F-05FB-24A9-ECE2-4C3F92D96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6511"/>
            <a:ext cx="9144000" cy="625449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22E20E7E-CBF2-3700-1233-68006A0A8F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652881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D6B66C2-A2EF-191E-9C50-BFAF55D39C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PDF.js viewer</dc:title>
  <dc:creator>korla</dc:creator>
  <cp:lastModifiedBy>kamal korlakunta</cp:lastModifiedBy>
  <cp:revision>4</cp:revision>
  <dcterms:created xsi:type="dcterms:W3CDTF">2023-10-02T13:32:55Z</dcterms:created>
  <dcterms:modified xsi:type="dcterms:W3CDTF">2023-10-02T13:45:35Z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2023-10-02T00:00:00Z</vt:filetime>
  </property>
  <property fmtid="{D5CDD505-2E9C-101B-9397-08002B2CF9AE}" pid="3" name="LastSaved">
    <vt:filetime>2023-10-02T00:00:00Z</vt:filetime>
  </property>
</Properties>
</file>